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</p:sldIdLst>
  <p:sldSz cx="12192000" cy="6856413"/>
  <p:notesSz cx="12192000" cy="9702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420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D40A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1D40A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D40A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1D40A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D40A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D40A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95250"/>
          </a:xfrm>
          <a:custGeom>
            <a:avLst/>
            <a:gdLst/>
            <a:ahLst/>
            <a:cxnLst/>
            <a:rect l="l" t="t" r="r" b="b"/>
            <a:pathLst>
              <a:path w="12192000" h="95250">
                <a:moveTo>
                  <a:pt x="12191999" y="95249"/>
                </a:moveTo>
                <a:lnTo>
                  <a:pt x="0" y="952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54100" y="659650"/>
            <a:ext cx="3268345" cy="11116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D40A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6300" y="3191510"/>
            <a:ext cx="5367655" cy="1590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1D40A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29249" y="704849"/>
            <a:ext cx="1333500" cy="1333500"/>
            <a:chOff x="5429249" y="704849"/>
            <a:chExt cx="1333500" cy="1333500"/>
          </a:xfrm>
        </p:grpSpPr>
        <p:sp>
          <p:nvSpPr>
            <p:cNvPr id="3" name="object 3"/>
            <p:cNvSpPr/>
            <p:nvPr/>
          </p:nvSpPr>
          <p:spPr>
            <a:xfrm>
              <a:off x="5429249" y="704849"/>
              <a:ext cx="1333500" cy="1333500"/>
            </a:xfrm>
            <a:custGeom>
              <a:avLst/>
              <a:gdLst/>
              <a:ahLst/>
              <a:cxnLst/>
              <a:rect l="l" t="t" r="r" b="b"/>
              <a:pathLst>
                <a:path w="1333500" h="1333500">
                  <a:moveTo>
                    <a:pt x="666749" y="1333499"/>
                  </a:moveTo>
                  <a:lnTo>
                    <a:pt x="617706" y="1331693"/>
                  </a:lnTo>
                  <a:lnTo>
                    <a:pt x="568917" y="1326283"/>
                  </a:lnTo>
                  <a:lnTo>
                    <a:pt x="520659" y="1317298"/>
                  </a:lnTo>
                  <a:lnTo>
                    <a:pt x="473202" y="1304789"/>
                  </a:lnTo>
                  <a:lnTo>
                    <a:pt x="426794" y="1288824"/>
                  </a:lnTo>
                  <a:lnTo>
                    <a:pt x="381677" y="1269484"/>
                  </a:lnTo>
                  <a:lnTo>
                    <a:pt x="338105" y="1246878"/>
                  </a:lnTo>
                  <a:lnTo>
                    <a:pt x="296323" y="1221132"/>
                  </a:lnTo>
                  <a:lnTo>
                    <a:pt x="256548" y="1192383"/>
                  </a:lnTo>
                  <a:lnTo>
                    <a:pt x="218987" y="1160779"/>
                  </a:lnTo>
                  <a:lnTo>
                    <a:pt x="183854" y="1126497"/>
                  </a:lnTo>
                  <a:lnTo>
                    <a:pt x="151345" y="1089731"/>
                  </a:lnTo>
                  <a:lnTo>
                    <a:pt x="121627" y="1050674"/>
                  </a:lnTo>
                  <a:lnTo>
                    <a:pt x="94858" y="1009528"/>
                  </a:lnTo>
                  <a:lnTo>
                    <a:pt x="71189" y="966524"/>
                  </a:lnTo>
                  <a:lnTo>
                    <a:pt x="50752" y="921904"/>
                  </a:lnTo>
                  <a:lnTo>
                    <a:pt x="33653" y="875901"/>
                  </a:lnTo>
                  <a:lnTo>
                    <a:pt x="19981" y="828757"/>
                  </a:lnTo>
                  <a:lnTo>
                    <a:pt x="9814" y="780733"/>
                  </a:lnTo>
                  <a:lnTo>
                    <a:pt x="3210" y="732103"/>
                  </a:lnTo>
                  <a:lnTo>
                    <a:pt x="201" y="683117"/>
                  </a:lnTo>
                  <a:lnTo>
                    <a:pt x="0" y="666749"/>
                  </a:lnTo>
                  <a:lnTo>
                    <a:pt x="201" y="650382"/>
                  </a:lnTo>
                  <a:lnTo>
                    <a:pt x="3210" y="601396"/>
                  </a:lnTo>
                  <a:lnTo>
                    <a:pt x="9814" y="552765"/>
                  </a:lnTo>
                  <a:lnTo>
                    <a:pt x="19981" y="504742"/>
                  </a:lnTo>
                  <a:lnTo>
                    <a:pt x="33653" y="457597"/>
                  </a:lnTo>
                  <a:lnTo>
                    <a:pt x="50752" y="411595"/>
                  </a:lnTo>
                  <a:lnTo>
                    <a:pt x="71189" y="366975"/>
                  </a:lnTo>
                  <a:lnTo>
                    <a:pt x="94858" y="323971"/>
                  </a:lnTo>
                  <a:lnTo>
                    <a:pt x="121627" y="282825"/>
                  </a:lnTo>
                  <a:lnTo>
                    <a:pt x="151345" y="243768"/>
                  </a:lnTo>
                  <a:lnTo>
                    <a:pt x="183854" y="207002"/>
                  </a:lnTo>
                  <a:lnTo>
                    <a:pt x="218987" y="172720"/>
                  </a:lnTo>
                  <a:lnTo>
                    <a:pt x="256548" y="141116"/>
                  </a:lnTo>
                  <a:lnTo>
                    <a:pt x="296323" y="112367"/>
                  </a:lnTo>
                  <a:lnTo>
                    <a:pt x="338105" y="86621"/>
                  </a:lnTo>
                  <a:lnTo>
                    <a:pt x="381677" y="64014"/>
                  </a:lnTo>
                  <a:lnTo>
                    <a:pt x="426794" y="44674"/>
                  </a:lnTo>
                  <a:lnTo>
                    <a:pt x="473202" y="28709"/>
                  </a:lnTo>
                  <a:lnTo>
                    <a:pt x="520659" y="16201"/>
                  </a:lnTo>
                  <a:lnTo>
                    <a:pt x="568917" y="7216"/>
                  </a:lnTo>
                  <a:lnTo>
                    <a:pt x="617706" y="1805"/>
                  </a:lnTo>
                  <a:lnTo>
                    <a:pt x="666749" y="0"/>
                  </a:lnTo>
                  <a:lnTo>
                    <a:pt x="683117" y="200"/>
                  </a:lnTo>
                  <a:lnTo>
                    <a:pt x="732102" y="3210"/>
                  </a:lnTo>
                  <a:lnTo>
                    <a:pt x="780733" y="9814"/>
                  </a:lnTo>
                  <a:lnTo>
                    <a:pt x="828756" y="19981"/>
                  </a:lnTo>
                  <a:lnTo>
                    <a:pt x="875900" y="33653"/>
                  </a:lnTo>
                  <a:lnTo>
                    <a:pt x="921902" y="50753"/>
                  </a:lnTo>
                  <a:lnTo>
                    <a:pt x="966523" y="71190"/>
                  </a:lnTo>
                  <a:lnTo>
                    <a:pt x="1009527" y="94858"/>
                  </a:lnTo>
                  <a:lnTo>
                    <a:pt x="1050673" y="121627"/>
                  </a:lnTo>
                  <a:lnTo>
                    <a:pt x="1089731" y="151345"/>
                  </a:lnTo>
                  <a:lnTo>
                    <a:pt x="1126497" y="183854"/>
                  </a:lnTo>
                  <a:lnTo>
                    <a:pt x="1160779" y="218987"/>
                  </a:lnTo>
                  <a:lnTo>
                    <a:pt x="1192382" y="256548"/>
                  </a:lnTo>
                  <a:lnTo>
                    <a:pt x="1221131" y="296323"/>
                  </a:lnTo>
                  <a:lnTo>
                    <a:pt x="1246877" y="338105"/>
                  </a:lnTo>
                  <a:lnTo>
                    <a:pt x="1269484" y="381677"/>
                  </a:lnTo>
                  <a:lnTo>
                    <a:pt x="1288824" y="426794"/>
                  </a:lnTo>
                  <a:lnTo>
                    <a:pt x="1304788" y="473202"/>
                  </a:lnTo>
                  <a:lnTo>
                    <a:pt x="1317297" y="520659"/>
                  </a:lnTo>
                  <a:lnTo>
                    <a:pt x="1326283" y="568917"/>
                  </a:lnTo>
                  <a:lnTo>
                    <a:pt x="1331694" y="617705"/>
                  </a:lnTo>
                  <a:lnTo>
                    <a:pt x="1333499" y="666749"/>
                  </a:lnTo>
                  <a:lnTo>
                    <a:pt x="1333299" y="683117"/>
                  </a:lnTo>
                  <a:lnTo>
                    <a:pt x="1330289" y="732103"/>
                  </a:lnTo>
                  <a:lnTo>
                    <a:pt x="1323684" y="780733"/>
                  </a:lnTo>
                  <a:lnTo>
                    <a:pt x="1313517" y="828757"/>
                  </a:lnTo>
                  <a:lnTo>
                    <a:pt x="1299845" y="875901"/>
                  </a:lnTo>
                  <a:lnTo>
                    <a:pt x="1282745" y="921904"/>
                  </a:lnTo>
                  <a:lnTo>
                    <a:pt x="1262309" y="966523"/>
                  </a:lnTo>
                  <a:lnTo>
                    <a:pt x="1238640" y="1009528"/>
                  </a:lnTo>
                  <a:lnTo>
                    <a:pt x="1211871" y="1050674"/>
                  </a:lnTo>
                  <a:lnTo>
                    <a:pt x="1182153" y="1089731"/>
                  </a:lnTo>
                  <a:lnTo>
                    <a:pt x="1149645" y="1126497"/>
                  </a:lnTo>
                  <a:lnTo>
                    <a:pt x="1114511" y="1160779"/>
                  </a:lnTo>
                  <a:lnTo>
                    <a:pt x="1076951" y="1192383"/>
                  </a:lnTo>
                  <a:lnTo>
                    <a:pt x="1037175" y="1221132"/>
                  </a:lnTo>
                  <a:lnTo>
                    <a:pt x="995393" y="1246878"/>
                  </a:lnTo>
                  <a:lnTo>
                    <a:pt x="951821" y="1269485"/>
                  </a:lnTo>
                  <a:lnTo>
                    <a:pt x="906704" y="1288824"/>
                  </a:lnTo>
                  <a:lnTo>
                    <a:pt x="860296" y="1304789"/>
                  </a:lnTo>
                  <a:lnTo>
                    <a:pt x="812839" y="1317298"/>
                  </a:lnTo>
                  <a:lnTo>
                    <a:pt x="764581" y="1326283"/>
                  </a:lnTo>
                  <a:lnTo>
                    <a:pt x="715793" y="1331693"/>
                  </a:lnTo>
                  <a:lnTo>
                    <a:pt x="666749" y="1333499"/>
                  </a:lnTo>
                  <a:close/>
                </a:path>
              </a:pathLst>
            </a:custGeom>
            <a:solidFill>
              <a:srgbClr val="DAE9FE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619749" y="990599"/>
              <a:ext cx="952500" cy="762000"/>
            </a:xfrm>
            <a:custGeom>
              <a:avLst/>
              <a:gdLst/>
              <a:ahLst/>
              <a:cxnLst/>
              <a:rect l="l" t="t" r="r" b="b"/>
              <a:pathLst>
                <a:path w="952500" h="762000">
                  <a:moveTo>
                    <a:pt x="222130" y="238124"/>
                  </a:moveTo>
                  <a:lnTo>
                    <a:pt x="206494" y="238124"/>
                  </a:lnTo>
                  <a:lnTo>
                    <a:pt x="198752" y="237362"/>
                  </a:lnTo>
                  <a:lnTo>
                    <a:pt x="161526" y="226070"/>
                  </a:lnTo>
                  <a:lnTo>
                    <a:pt x="124594" y="197724"/>
                  </a:lnTo>
                  <a:lnTo>
                    <a:pt x="101321" y="157403"/>
                  </a:lnTo>
                  <a:lnTo>
                    <a:pt x="95249" y="126880"/>
                  </a:lnTo>
                  <a:lnTo>
                    <a:pt x="95249" y="111244"/>
                  </a:lnTo>
                  <a:lnTo>
                    <a:pt x="107304" y="66276"/>
                  </a:lnTo>
                  <a:lnTo>
                    <a:pt x="135650" y="29344"/>
                  </a:lnTo>
                  <a:lnTo>
                    <a:pt x="175971" y="6071"/>
                  </a:lnTo>
                  <a:lnTo>
                    <a:pt x="206494" y="0"/>
                  </a:lnTo>
                  <a:lnTo>
                    <a:pt x="222130" y="0"/>
                  </a:lnTo>
                  <a:lnTo>
                    <a:pt x="267098" y="12054"/>
                  </a:lnTo>
                  <a:lnTo>
                    <a:pt x="304030" y="40400"/>
                  </a:lnTo>
                  <a:lnTo>
                    <a:pt x="327303" y="80721"/>
                  </a:lnTo>
                  <a:lnTo>
                    <a:pt x="333374" y="111244"/>
                  </a:lnTo>
                  <a:lnTo>
                    <a:pt x="333374" y="126880"/>
                  </a:lnTo>
                  <a:lnTo>
                    <a:pt x="321320" y="171848"/>
                  </a:lnTo>
                  <a:lnTo>
                    <a:pt x="292974" y="208780"/>
                  </a:lnTo>
                  <a:lnTo>
                    <a:pt x="252653" y="232053"/>
                  </a:lnTo>
                  <a:lnTo>
                    <a:pt x="222130" y="238124"/>
                  </a:lnTo>
                  <a:close/>
                </a:path>
                <a:path w="952500" h="762000">
                  <a:moveTo>
                    <a:pt x="769817" y="238124"/>
                  </a:moveTo>
                  <a:lnTo>
                    <a:pt x="754182" y="238124"/>
                  </a:lnTo>
                  <a:lnTo>
                    <a:pt x="746439" y="237362"/>
                  </a:lnTo>
                  <a:lnTo>
                    <a:pt x="709213" y="226070"/>
                  </a:lnTo>
                  <a:lnTo>
                    <a:pt x="672281" y="197724"/>
                  </a:lnTo>
                  <a:lnTo>
                    <a:pt x="649008" y="157403"/>
                  </a:lnTo>
                  <a:lnTo>
                    <a:pt x="642937" y="126880"/>
                  </a:lnTo>
                  <a:lnTo>
                    <a:pt x="642937" y="111244"/>
                  </a:lnTo>
                  <a:lnTo>
                    <a:pt x="654992" y="66276"/>
                  </a:lnTo>
                  <a:lnTo>
                    <a:pt x="683337" y="29344"/>
                  </a:lnTo>
                  <a:lnTo>
                    <a:pt x="723659" y="6071"/>
                  </a:lnTo>
                  <a:lnTo>
                    <a:pt x="754182" y="0"/>
                  </a:lnTo>
                  <a:lnTo>
                    <a:pt x="769817" y="0"/>
                  </a:lnTo>
                  <a:lnTo>
                    <a:pt x="814785" y="12054"/>
                  </a:lnTo>
                  <a:lnTo>
                    <a:pt x="851717" y="40400"/>
                  </a:lnTo>
                  <a:lnTo>
                    <a:pt x="874990" y="80721"/>
                  </a:lnTo>
                  <a:lnTo>
                    <a:pt x="881062" y="111244"/>
                  </a:lnTo>
                  <a:lnTo>
                    <a:pt x="881062" y="126880"/>
                  </a:lnTo>
                  <a:lnTo>
                    <a:pt x="869007" y="171848"/>
                  </a:lnTo>
                  <a:lnTo>
                    <a:pt x="840661" y="208780"/>
                  </a:lnTo>
                  <a:lnTo>
                    <a:pt x="800340" y="232053"/>
                  </a:lnTo>
                  <a:lnTo>
                    <a:pt x="769817" y="238124"/>
                  </a:lnTo>
                  <a:close/>
                </a:path>
                <a:path w="952500" h="762000">
                  <a:moveTo>
                    <a:pt x="476249" y="476249"/>
                  </a:moveTo>
                  <a:lnTo>
                    <a:pt x="434775" y="470099"/>
                  </a:lnTo>
                  <a:lnTo>
                    <a:pt x="396872" y="452171"/>
                  </a:lnTo>
                  <a:lnTo>
                    <a:pt x="365804" y="424014"/>
                  </a:lnTo>
                  <a:lnTo>
                    <a:pt x="344250" y="388050"/>
                  </a:lnTo>
                  <a:lnTo>
                    <a:pt x="334061" y="347379"/>
                  </a:lnTo>
                  <a:lnTo>
                    <a:pt x="333374" y="333374"/>
                  </a:lnTo>
                  <a:lnTo>
                    <a:pt x="333546" y="326355"/>
                  </a:lnTo>
                  <a:lnTo>
                    <a:pt x="341723" y="285249"/>
                  </a:lnTo>
                  <a:lnTo>
                    <a:pt x="361495" y="248257"/>
                  </a:lnTo>
                  <a:lnTo>
                    <a:pt x="391131" y="218620"/>
                  </a:lnTo>
                  <a:lnTo>
                    <a:pt x="428124" y="198848"/>
                  </a:lnTo>
                  <a:lnTo>
                    <a:pt x="469230" y="190671"/>
                  </a:lnTo>
                  <a:lnTo>
                    <a:pt x="476249" y="190499"/>
                  </a:lnTo>
                  <a:lnTo>
                    <a:pt x="483269" y="190671"/>
                  </a:lnTo>
                  <a:lnTo>
                    <a:pt x="524375" y="198848"/>
                  </a:lnTo>
                  <a:lnTo>
                    <a:pt x="561367" y="218620"/>
                  </a:lnTo>
                  <a:lnTo>
                    <a:pt x="591003" y="248257"/>
                  </a:lnTo>
                  <a:lnTo>
                    <a:pt x="610776" y="285249"/>
                  </a:lnTo>
                  <a:lnTo>
                    <a:pt x="618847" y="324924"/>
                  </a:lnTo>
                  <a:lnTo>
                    <a:pt x="619124" y="333374"/>
                  </a:lnTo>
                  <a:lnTo>
                    <a:pt x="618953" y="340394"/>
                  </a:lnTo>
                  <a:lnTo>
                    <a:pt x="610776" y="381500"/>
                  </a:lnTo>
                  <a:lnTo>
                    <a:pt x="591003" y="418492"/>
                  </a:lnTo>
                  <a:lnTo>
                    <a:pt x="561367" y="448128"/>
                  </a:lnTo>
                  <a:lnTo>
                    <a:pt x="524375" y="467901"/>
                  </a:lnTo>
                  <a:lnTo>
                    <a:pt x="483269" y="476078"/>
                  </a:lnTo>
                  <a:lnTo>
                    <a:pt x="476249" y="476249"/>
                  </a:lnTo>
                  <a:close/>
                </a:path>
                <a:path w="952500" h="762000">
                  <a:moveTo>
                    <a:pt x="350341" y="476249"/>
                  </a:moveTo>
                  <a:lnTo>
                    <a:pt x="31700" y="476249"/>
                  </a:lnTo>
                  <a:lnTo>
                    <a:pt x="19401" y="473745"/>
                  </a:lnTo>
                  <a:lnTo>
                    <a:pt x="9320" y="466929"/>
                  </a:lnTo>
                  <a:lnTo>
                    <a:pt x="2504" y="456848"/>
                  </a:lnTo>
                  <a:lnTo>
                    <a:pt x="0" y="444549"/>
                  </a:lnTo>
                  <a:lnTo>
                    <a:pt x="8099" y="394373"/>
                  </a:lnTo>
                  <a:lnTo>
                    <a:pt x="30651" y="350783"/>
                  </a:lnTo>
                  <a:lnTo>
                    <a:pt x="65033" y="316401"/>
                  </a:lnTo>
                  <a:lnTo>
                    <a:pt x="108623" y="293849"/>
                  </a:lnTo>
                  <a:lnTo>
                    <a:pt x="158799" y="285749"/>
                  </a:lnTo>
                  <a:lnTo>
                    <a:pt x="222349" y="285749"/>
                  </a:lnTo>
                  <a:lnTo>
                    <a:pt x="239474" y="286687"/>
                  </a:lnTo>
                  <a:lnTo>
                    <a:pt x="239730" y="286687"/>
                  </a:lnTo>
                  <a:lnTo>
                    <a:pt x="256483" y="289452"/>
                  </a:lnTo>
                  <a:lnTo>
                    <a:pt x="256620" y="289452"/>
                  </a:lnTo>
                  <a:lnTo>
                    <a:pt x="272466" y="293849"/>
                  </a:lnTo>
                  <a:lnTo>
                    <a:pt x="272667" y="293849"/>
                  </a:lnTo>
                  <a:lnTo>
                    <a:pt x="288726" y="300186"/>
                  </a:lnTo>
                  <a:lnTo>
                    <a:pt x="287468" y="308302"/>
                  </a:lnTo>
                  <a:lnTo>
                    <a:pt x="286603" y="316401"/>
                  </a:lnTo>
                  <a:lnTo>
                    <a:pt x="286068" y="324924"/>
                  </a:lnTo>
                  <a:lnTo>
                    <a:pt x="285898" y="333374"/>
                  </a:lnTo>
                  <a:lnTo>
                    <a:pt x="290421" y="374765"/>
                  </a:lnTo>
                  <a:lnTo>
                    <a:pt x="303241" y="412752"/>
                  </a:lnTo>
                  <a:lnTo>
                    <a:pt x="303330" y="413016"/>
                  </a:lnTo>
                  <a:lnTo>
                    <a:pt x="323633" y="447165"/>
                  </a:lnTo>
                  <a:lnTo>
                    <a:pt x="350341" y="476249"/>
                  </a:lnTo>
                  <a:close/>
                </a:path>
                <a:path w="952500" h="762000">
                  <a:moveTo>
                    <a:pt x="920799" y="476249"/>
                  </a:moveTo>
                  <a:lnTo>
                    <a:pt x="602158" y="476249"/>
                  </a:lnTo>
                  <a:lnTo>
                    <a:pt x="628928" y="447165"/>
                  </a:lnTo>
                  <a:lnTo>
                    <a:pt x="649225" y="413016"/>
                  </a:lnTo>
                  <a:lnTo>
                    <a:pt x="662099" y="374765"/>
                  </a:lnTo>
                  <a:lnTo>
                    <a:pt x="666601" y="333374"/>
                  </a:lnTo>
                  <a:lnTo>
                    <a:pt x="666442" y="326355"/>
                  </a:lnTo>
                  <a:lnTo>
                    <a:pt x="666408" y="324924"/>
                  </a:lnTo>
                  <a:lnTo>
                    <a:pt x="665850" y="316557"/>
                  </a:lnTo>
                  <a:lnTo>
                    <a:pt x="664959" y="308302"/>
                  </a:lnTo>
                  <a:lnTo>
                    <a:pt x="663773" y="300186"/>
                  </a:lnTo>
                  <a:lnTo>
                    <a:pt x="679670" y="293849"/>
                  </a:lnTo>
                  <a:lnTo>
                    <a:pt x="679808" y="293849"/>
                  </a:lnTo>
                  <a:lnTo>
                    <a:pt x="695678" y="289452"/>
                  </a:lnTo>
                  <a:lnTo>
                    <a:pt x="712642" y="286687"/>
                  </a:lnTo>
                  <a:lnTo>
                    <a:pt x="730150" y="285749"/>
                  </a:lnTo>
                  <a:lnTo>
                    <a:pt x="793700" y="285749"/>
                  </a:lnTo>
                  <a:lnTo>
                    <a:pt x="843876" y="293849"/>
                  </a:lnTo>
                  <a:lnTo>
                    <a:pt x="887466" y="316401"/>
                  </a:lnTo>
                  <a:lnTo>
                    <a:pt x="921848" y="350783"/>
                  </a:lnTo>
                  <a:lnTo>
                    <a:pt x="944400" y="394373"/>
                  </a:lnTo>
                  <a:lnTo>
                    <a:pt x="952382" y="443820"/>
                  </a:lnTo>
                  <a:lnTo>
                    <a:pt x="952499" y="444549"/>
                  </a:lnTo>
                  <a:lnTo>
                    <a:pt x="950008" y="456848"/>
                  </a:lnTo>
                  <a:lnTo>
                    <a:pt x="948324" y="459380"/>
                  </a:lnTo>
                  <a:lnTo>
                    <a:pt x="943217" y="466929"/>
                  </a:lnTo>
                  <a:lnTo>
                    <a:pt x="941817" y="467901"/>
                  </a:lnTo>
                  <a:lnTo>
                    <a:pt x="933129" y="473745"/>
                  </a:lnTo>
                  <a:lnTo>
                    <a:pt x="920799" y="476249"/>
                  </a:lnTo>
                  <a:close/>
                </a:path>
                <a:path w="952500" h="762000">
                  <a:moveTo>
                    <a:pt x="722262" y="761999"/>
                  </a:moveTo>
                  <a:lnTo>
                    <a:pt x="230237" y="761999"/>
                  </a:lnTo>
                  <a:lnTo>
                    <a:pt x="214767" y="758867"/>
                  </a:lnTo>
                  <a:lnTo>
                    <a:pt x="202126" y="750335"/>
                  </a:lnTo>
                  <a:lnTo>
                    <a:pt x="193619" y="737701"/>
                  </a:lnTo>
                  <a:lnTo>
                    <a:pt x="190499" y="722262"/>
                  </a:lnTo>
                  <a:lnTo>
                    <a:pt x="195741" y="676783"/>
                  </a:lnTo>
                  <a:lnTo>
                    <a:pt x="210669" y="635029"/>
                  </a:lnTo>
                  <a:lnTo>
                    <a:pt x="234092" y="598193"/>
                  </a:lnTo>
                  <a:lnTo>
                    <a:pt x="264818" y="567467"/>
                  </a:lnTo>
                  <a:lnTo>
                    <a:pt x="301654" y="544044"/>
                  </a:lnTo>
                  <a:lnTo>
                    <a:pt x="343408" y="529116"/>
                  </a:lnTo>
                  <a:lnTo>
                    <a:pt x="388887" y="523874"/>
                  </a:lnTo>
                  <a:lnTo>
                    <a:pt x="563612" y="523874"/>
                  </a:lnTo>
                  <a:lnTo>
                    <a:pt x="609091" y="529116"/>
                  </a:lnTo>
                  <a:lnTo>
                    <a:pt x="650845" y="544044"/>
                  </a:lnTo>
                  <a:lnTo>
                    <a:pt x="687681" y="567467"/>
                  </a:lnTo>
                  <a:lnTo>
                    <a:pt x="718407" y="598193"/>
                  </a:lnTo>
                  <a:lnTo>
                    <a:pt x="741830" y="635029"/>
                  </a:lnTo>
                  <a:lnTo>
                    <a:pt x="756758" y="676783"/>
                  </a:lnTo>
                  <a:lnTo>
                    <a:pt x="761999" y="722262"/>
                  </a:lnTo>
                  <a:lnTo>
                    <a:pt x="758888" y="737701"/>
                  </a:lnTo>
                  <a:lnTo>
                    <a:pt x="750391" y="750335"/>
                  </a:lnTo>
                  <a:lnTo>
                    <a:pt x="737764" y="758867"/>
                  </a:lnTo>
                  <a:lnTo>
                    <a:pt x="722262" y="7619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67384" y="2275585"/>
            <a:ext cx="706183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865" dirty="0"/>
              <a:t>스포츠</a:t>
            </a:r>
            <a:r>
              <a:rPr sz="4400" spc="-525" dirty="0"/>
              <a:t> </a:t>
            </a:r>
            <a:r>
              <a:rPr sz="4400" spc="-869" dirty="0"/>
              <a:t>교육학에서의</a:t>
            </a:r>
            <a:r>
              <a:rPr sz="4400" spc="-525" dirty="0"/>
              <a:t> </a:t>
            </a:r>
            <a:r>
              <a:rPr sz="4400" spc="-880" dirty="0"/>
              <a:t>협동학습모형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3795365" y="3243326"/>
            <a:ext cx="4604385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530" dirty="0">
                <a:solidFill>
                  <a:srgbClr val="4A5462"/>
                </a:solidFill>
                <a:latin typeface="Dotum"/>
                <a:cs typeface="Dotum"/>
              </a:rPr>
              <a:t>체육</a:t>
            </a:r>
            <a:r>
              <a:rPr sz="2700" spc="-27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2700" spc="-530" dirty="0">
                <a:solidFill>
                  <a:srgbClr val="4A5462"/>
                </a:solidFill>
                <a:latin typeface="Dotum"/>
                <a:cs typeface="Dotum"/>
              </a:rPr>
              <a:t>교육</a:t>
            </a:r>
            <a:r>
              <a:rPr sz="2700" spc="-27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2700" spc="-530" dirty="0">
                <a:solidFill>
                  <a:srgbClr val="4A5462"/>
                </a:solidFill>
                <a:latin typeface="Dotum"/>
                <a:cs typeface="Dotum"/>
              </a:rPr>
              <a:t>현장을</a:t>
            </a:r>
            <a:r>
              <a:rPr sz="2700" spc="-26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2700" spc="-530" dirty="0">
                <a:solidFill>
                  <a:srgbClr val="4A5462"/>
                </a:solidFill>
                <a:latin typeface="Dotum"/>
                <a:cs typeface="Dotum"/>
              </a:rPr>
              <a:t>위한</a:t>
            </a:r>
            <a:r>
              <a:rPr sz="2700" spc="-27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2700" spc="-530" dirty="0">
                <a:solidFill>
                  <a:srgbClr val="4A5462"/>
                </a:solidFill>
                <a:latin typeface="Dotum"/>
                <a:cs typeface="Dotum"/>
              </a:rPr>
              <a:t>종합</a:t>
            </a:r>
            <a:r>
              <a:rPr sz="2700" spc="-26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2700" spc="-555" dirty="0">
                <a:solidFill>
                  <a:srgbClr val="4A5462"/>
                </a:solidFill>
                <a:latin typeface="Dotum"/>
                <a:cs typeface="Dotum"/>
              </a:rPr>
              <a:t>수업자료</a:t>
            </a:r>
            <a:endParaRPr sz="2700">
              <a:latin typeface="Dotum"/>
              <a:cs typeface="Dotum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600075"/>
          </a:xfrm>
          <a:custGeom>
            <a:avLst/>
            <a:gdLst/>
            <a:ahLst/>
            <a:cxnLst/>
            <a:rect l="l" t="t" r="r" b="b"/>
            <a:pathLst>
              <a:path w="76200" h="600075">
                <a:moveTo>
                  <a:pt x="76199" y="600074"/>
                </a:moveTo>
                <a:lnTo>
                  <a:pt x="0" y="600074"/>
                </a:lnTo>
                <a:lnTo>
                  <a:pt x="0" y="0"/>
                </a:lnTo>
                <a:lnTo>
                  <a:pt x="76199" y="0"/>
                </a:lnTo>
                <a:lnTo>
                  <a:pt x="76199" y="600074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06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spc="-720" dirty="0"/>
              <a:t>목차</a:t>
            </a:r>
            <a:endParaRPr sz="3550"/>
          </a:p>
        </p:txBody>
      </p:sp>
      <p:sp>
        <p:nvSpPr>
          <p:cNvPr id="4" name="object 4"/>
          <p:cNvSpPr/>
          <p:nvPr/>
        </p:nvSpPr>
        <p:spPr>
          <a:xfrm>
            <a:off x="4695824" y="10096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5" y="83315"/>
                </a:lnTo>
                <a:lnTo>
                  <a:pt x="50216" y="50216"/>
                </a:lnTo>
                <a:lnTo>
                  <a:pt x="83314" y="24386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3" y="24386"/>
                </a:lnTo>
                <a:lnTo>
                  <a:pt x="292682" y="50216"/>
                </a:lnTo>
                <a:lnTo>
                  <a:pt x="318512" y="83315"/>
                </a:lnTo>
                <a:lnTo>
                  <a:pt x="335518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2" y="259584"/>
                </a:lnTo>
                <a:lnTo>
                  <a:pt x="292682" y="292683"/>
                </a:lnTo>
                <a:lnTo>
                  <a:pt x="259583" y="318513"/>
                </a:lnTo>
                <a:lnTo>
                  <a:pt x="221218" y="335519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95787" y="1026858"/>
            <a:ext cx="1626870" cy="3098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98145" algn="l"/>
              </a:tabLst>
            </a:pPr>
            <a:r>
              <a:rPr sz="1850" b="1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185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협동학습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60" dirty="0">
                <a:solidFill>
                  <a:srgbClr val="374050"/>
                </a:solidFill>
                <a:latin typeface="Dotum"/>
                <a:cs typeface="Dotum"/>
              </a:rPr>
              <a:t>개요</a:t>
            </a:r>
            <a:endParaRPr sz="1850">
              <a:latin typeface="Dotum"/>
              <a:cs typeface="Dotum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95824" y="15049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5" y="83315"/>
                </a:lnTo>
                <a:lnTo>
                  <a:pt x="50216" y="50216"/>
                </a:lnTo>
                <a:lnTo>
                  <a:pt x="83314" y="24386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3" y="24386"/>
                </a:lnTo>
                <a:lnTo>
                  <a:pt x="292682" y="50216"/>
                </a:lnTo>
                <a:lnTo>
                  <a:pt x="318512" y="83315"/>
                </a:lnTo>
                <a:lnTo>
                  <a:pt x="335518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2" y="259584"/>
                </a:lnTo>
                <a:lnTo>
                  <a:pt x="292682" y="292683"/>
                </a:lnTo>
                <a:lnTo>
                  <a:pt x="259583" y="318513"/>
                </a:lnTo>
                <a:lnTo>
                  <a:pt x="221218" y="335518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95824" y="20002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6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3" y="24386"/>
                </a:lnTo>
                <a:lnTo>
                  <a:pt x="292682" y="50216"/>
                </a:lnTo>
                <a:lnTo>
                  <a:pt x="318512" y="83314"/>
                </a:lnTo>
                <a:lnTo>
                  <a:pt x="335518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2" y="259584"/>
                </a:lnTo>
                <a:lnTo>
                  <a:pt x="292682" y="292683"/>
                </a:lnTo>
                <a:lnTo>
                  <a:pt x="259583" y="318513"/>
                </a:lnTo>
                <a:lnTo>
                  <a:pt x="221218" y="335519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95824" y="24955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5" y="83315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3" y="24385"/>
                </a:lnTo>
                <a:lnTo>
                  <a:pt x="292682" y="50216"/>
                </a:lnTo>
                <a:lnTo>
                  <a:pt x="318512" y="83315"/>
                </a:lnTo>
                <a:lnTo>
                  <a:pt x="335518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2" y="259584"/>
                </a:lnTo>
                <a:lnTo>
                  <a:pt x="292682" y="292683"/>
                </a:lnTo>
                <a:lnTo>
                  <a:pt x="259583" y="318513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95824" y="29908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3" y="24385"/>
                </a:lnTo>
                <a:lnTo>
                  <a:pt x="292682" y="50216"/>
                </a:lnTo>
                <a:lnTo>
                  <a:pt x="318512" y="83314"/>
                </a:lnTo>
                <a:lnTo>
                  <a:pt x="335518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2" y="259584"/>
                </a:lnTo>
                <a:lnTo>
                  <a:pt x="292682" y="292683"/>
                </a:lnTo>
                <a:lnTo>
                  <a:pt x="259583" y="318513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95824" y="34861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5" y="83315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3" y="24386"/>
                </a:lnTo>
                <a:lnTo>
                  <a:pt x="292682" y="50216"/>
                </a:lnTo>
                <a:lnTo>
                  <a:pt x="318512" y="83314"/>
                </a:lnTo>
                <a:lnTo>
                  <a:pt x="335518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2" y="259584"/>
                </a:lnTo>
                <a:lnTo>
                  <a:pt x="292682" y="292683"/>
                </a:lnTo>
                <a:lnTo>
                  <a:pt x="259583" y="318513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95824" y="39814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3" y="24385"/>
                </a:lnTo>
                <a:lnTo>
                  <a:pt x="292682" y="50216"/>
                </a:lnTo>
                <a:lnTo>
                  <a:pt x="318512" y="83314"/>
                </a:lnTo>
                <a:lnTo>
                  <a:pt x="335518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2" y="259584"/>
                </a:lnTo>
                <a:lnTo>
                  <a:pt x="292682" y="292683"/>
                </a:lnTo>
                <a:lnTo>
                  <a:pt x="259583" y="318513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95824" y="44767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199"/>
                </a:lnTo>
                <a:lnTo>
                  <a:pt x="823" y="188254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3" y="24385"/>
                </a:lnTo>
                <a:lnTo>
                  <a:pt x="292682" y="50216"/>
                </a:lnTo>
                <a:lnTo>
                  <a:pt x="318512" y="83314"/>
                </a:lnTo>
                <a:lnTo>
                  <a:pt x="335518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9"/>
                </a:lnTo>
                <a:lnTo>
                  <a:pt x="318512" y="259583"/>
                </a:lnTo>
                <a:lnTo>
                  <a:pt x="292682" y="292682"/>
                </a:lnTo>
                <a:lnTo>
                  <a:pt x="259583" y="318513"/>
                </a:lnTo>
                <a:lnTo>
                  <a:pt x="221218" y="335518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95824" y="49720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59"/>
                </a:lnTo>
                <a:lnTo>
                  <a:pt x="90627" y="322656"/>
                </a:lnTo>
                <a:lnTo>
                  <a:pt x="56317" y="298492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4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3" y="24385"/>
                </a:lnTo>
                <a:lnTo>
                  <a:pt x="292682" y="50216"/>
                </a:lnTo>
                <a:lnTo>
                  <a:pt x="318512" y="83314"/>
                </a:lnTo>
                <a:lnTo>
                  <a:pt x="335518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8"/>
                </a:lnTo>
                <a:lnTo>
                  <a:pt x="318512" y="259583"/>
                </a:lnTo>
                <a:lnTo>
                  <a:pt x="292682" y="292682"/>
                </a:lnTo>
                <a:lnTo>
                  <a:pt x="259583" y="318512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95824" y="54673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199"/>
                </a:lnTo>
                <a:lnTo>
                  <a:pt x="823" y="188254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79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79"/>
                </a:lnTo>
                <a:lnTo>
                  <a:pt x="259583" y="24385"/>
                </a:lnTo>
                <a:lnTo>
                  <a:pt x="292682" y="50216"/>
                </a:lnTo>
                <a:lnTo>
                  <a:pt x="318512" y="83314"/>
                </a:lnTo>
                <a:lnTo>
                  <a:pt x="335518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8" y="221218"/>
                </a:lnTo>
                <a:lnTo>
                  <a:pt x="318512" y="259584"/>
                </a:lnTo>
                <a:lnTo>
                  <a:pt x="292682" y="292683"/>
                </a:lnTo>
                <a:lnTo>
                  <a:pt x="259583" y="318512"/>
                </a:lnTo>
                <a:lnTo>
                  <a:pt x="221218" y="335518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734023" y="1522045"/>
            <a:ext cx="3448050" cy="42722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59740" indent="-385445">
              <a:lnSpc>
                <a:spcPct val="100000"/>
              </a:lnSpc>
              <a:spcBef>
                <a:spcPts val="114"/>
              </a:spcBef>
              <a:buClr>
                <a:srgbClr val="FFFFFF"/>
              </a:buClr>
              <a:buFont typeface="Trebuchet MS"/>
              <a:buAutoNum type="arabicPlain" startAt="2"/>
              <a:tabLst>
                <a:tab pos="459740" algn="l"/>
              </a:tabLst>
            </a:pP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스포츠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교육에서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왜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15" dirty="0">
                <a:solidFill>
                  <a:srgbClr val="374050"/>
                </a:solidFill>
                <a:latin typeface="Dotum"/>
                <a:cs typeface="Dotum"/>
              </a:rPr>
              <a:t>협동학습인가</a:t>
            </a:r>
            <a:r>
              <a:rPr sz="1850" spc="-315" dirty="0">
                <a:solidFill>
                  <a:srgbClr val="374050"/>
                </a:solidFill>
                <a:latin typeface="Tahoma"/>
                <a:cs typeface="Tahoma"/>
              </a:rPr>
              <a:t>?</a:t>
            </a:r>
            <a:endParaRPr sz="1850">
              <a:latin typeface="Tahoma"/>
              <a:cs typeface="Tahoma"/>
            </a:endParaRPr>
          </a:p>
          <a:p>
            <a:pPr marL="459740" indent="-385445">
              <a:lnSpc>
                <a:spcPct val="100000"/>
              </a:lnSpc>
              <a:spcBef>
                <a:spcPts val="1680"/>
              </a:spcBef>
              <a:buClr>
                <a:srgbClr val="FFFFFF"/>
              </a:buClr>
              <a:buFont typeface="Trebuchet MS"/>
              <a:buAutoNum type="arabicPlain" startAt="2"/>
              <a:tabLst>
                <a:tab pos="459740" algn="l"/>
              </a:tabLst>
            </a:pP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핵심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구성요소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285" dirty="0">
                <a:solidFill>
                  <a:srgbClr val="374050"/>
                </a:solidFill>
                <a:latin typeface="Tahoma"/>
                <a:cs typeface="Tahoma"/>
              </a:rPr>
              <a:t>5</a:t>
            </a:r>
            <a:r>
              <a:rPr sz="1850" spc="-285" dirty="0">
                <a:solidFill>
                  <a:srgbClr val="374050"/>
                </a:solidFill>
                <a:latin typeface="Dotum"/>
                <a:cs typeface="Dotum"/>
              </a:rPr>
              <a:t>가지</a:t>
            </a:r>
            <a:endParaRPr sz="1850">
              <a:latin typeface="Dotum"/>
              <a:cs typeface="Dotum"/>
            </a:endParaRPr>
          </a:p>
          <a:p>
            <a:pPr marL="459740" indent="-385445">
              <a:lnSpc>
                <a:spcPct val="100000"/>
              </a:lnSpc>
              <a:spcBef>
                <a:spcPts val="1680"/>
              </a:spcBef>
              <a:buClr>
                <a:srgbClr val="FFFFFF"/>
              </a:buClr>
              <a:buFont typeface="Trebuchet MS"/>
              <a:buAutoNum type="arabicPlain" startAt="2"/>
              <a:tabLst>
                <a:tab pos="459740" algn="l"/>
              </a:tabLst>
            </a:pP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스포츠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교육에서의</a:t>
            </a:r>
            <a:r>
              <a:rPr sz="1850" spc="-15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협동학습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60" dirty="0">
                <a:solidFill>
                  <a:srgbClr val="374050"/>
                </a:solidFill>
                <a:latin typeface="Dotum"/>
                <a:cs typeface="Dotum"/>
              </a:rPr>
              <a:t>모형</a:t>
            </a:r>
            <a:endParaRPr sz="1850">
              <a:latin typeface="Dotum"/>
              <a:cs typeface="Dotum"/>
            </a:endParaRPr>
          </a:p>
          <a:p>
            <a:pPr marL="459740" indent="-385445">
              <a:lnSpc>
                <a:spcPct val="100000"/>
              </a:lnSpc>
              <a:spcBef>
                <a:spcPts val="1680"/>
              </a:spcBef>
              <a:buClr>
                <a:srgbClr val="FFFFFF"/>
              </a:buClr>
              <a:buFont typeface="Trebuchet MS"/>
              <a:buAutoNum type="arabicPlain" startAt="2"/>
              <a:tabLst>
                <a:tab pos="459740" algn="l"/>
              </a:tabLst>
            </a:pP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협동학습의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교육적</a:t>
            </a:r>
            <a:r>
              <a:rPr sz="1850" spc="-15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60" dirty="0">
                <a:solidFill>
                  <a:srgbClr val="374050"/>
                </a:solidFill>
                <a:latin typeface="Dotum"/>
                <a:cs typeface="Dotum"/>
              </a:rPr>
              <a:t>효과</a:t>
            </a:r>
            <a:endParaRPr sz="1850">
              <a:latin typeface="Dotum"/>
              <a:cs typeface="Dotum"/>
            </a:endParaRPr>
          </a:p>
          <a:p>
            <a:pPr marL="459740" indent="-385445">
              <a:lnSpc>
                <a:spcPct val="100000"/>
              </a:lnSpc>
              <a:spcBef>
                <a:spcPts val="1680"/>
              </a:spcBef>
              <a:buClr>
                <a:srgbClr val="FFFFFF"/>
              </a:buClr>
              <a:buFont typeface="Trebuchet MS"/>
              <a:buAutoNum type="arabicPlain" startAt="2"/>
              <a:tabLst>
                <a:tab pos="459740" algn="l"/>
              </a:tabLst>
            </a:pP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효과적인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협동학습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설계</a:t>
            </a:r>
            <a:r>
              <a:rPr sz="1850" spc="-15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60" dirty="0">
                <a:solidFill>
                  <a:srgbClr val="374050"/>
                </a:solidFill>
                <a:latin typeface="Dotum"/>
                <a:cs typeface="Dotum"/>
              </a:rPr>
              <a:t>전략</a:t>
            </a:r>
            <a:endParaRPr sz="1850">
              <a:latin typeface="Dotum"/>
              <a:cs typeface="Dotum"/>
            </a:endParaRPr>
          </a:p>
          <a:p>
            <a:pPr marL="459740" indent="-385445">
              <a:lnSpc>
                <a:spcPct val="100000"/>
              </a:lnSpc>
              <a:spcBef>
                <a:spcPts val="1680"/>
              </a:spcBef>
              <a:buClr>
                <a:srgbClr val="FFFFFF"/>
              </a:buClr>
              <a:buFont typeface="Trebuchet MS"/>
              <a:buAutoNum type="arabicPlain" startAt="2"/>
              <a:tabLst>
                <a:tab pos="459740" algn="l"/>
              </a:tabLst>
            </a:pP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실행</a:t>
            </a:r>
            <a:r>
              <a:rPr sz="1850" spc="-16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시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예상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문제점과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60" dirty="0">
                <a:solidFill>
                  <a:srgbClr val="374050"/>
                </a:solidFill>
                <a:latin typeface="Dotum"/>
                <a:cs typeface="Dotum"/>
              </a:rPr>
              <a:t>해결책</a:t>
            </a:r>
            <a:endParaRPr sz="1850">
              <a:latin typeface="Dotum"/>
              <a:cs typeface="Dotum"/>
            </a:endParaRPr>
          </a:p>
          <a:p>
            <a:pPr marL="459740" indent="-385445">
              <a:lnSpc>
                <a:spcPct val="100000"/>
              </a:lnSpc>
              <a:spcBef>
                <a:spcPts val="1680"/>
              </a:spcBef>
              <a:buClr>
                <a:srgbClr val="FFFFFF"/>
              </a:buClr>
              <a:buFont typeface="Trebuchet MS"/>
              <a:buAutoNum type="arabicPlain" startAt="2"/>
              <a:tabLst>
                <a:tab pos="459740" algn="l"/>
              </a:tabLst>
            </a:pP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실제</a:t>
            </a:r>
            <a:r>
              <a:rPr sz="1850" spc="-16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적용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지도안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70" dirty="0">
                <a:solidFill>
                  <a:srgbClr val="374050"/>
                </a:solidFill>
                <a:latin typeface="Dotum"/>
                <a:cs typeface="Dotum"/>
              </a:rPr>
              <a:t>예시</a:t>
            </a:r>
            <a:endParaRPr sz="1850">
              <a:latin typeface="Dotum"/>
              <a:cs typeface="Dotum"/>
            </a:endParaRPr>
          </a:p>
          <a:p>
            <a:pPr marL="459740" indent="-385445">
              <a:lnSpc>
                <a:spcPct val="100000"/>
              </a:lnSpc>
              <a:spcBef>
                <a:spcPts val="1680"/>
              </a:spcBef>
              <a:buClr>
                <a:srgbClr val="FFFFFF"/>
              </a:buClr>
              <a:buFont typeface="Trebuchet MS"/>
              <a:buAutoNum type="arabicPlain" startAt="2"/>
              <a:tabLst>
                <a:tab pos="459740" algn="l"/>
              </a:tabLst>
            </a:pP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협동학습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성공을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위한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교사의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60" dirty="0">
                <a:solidFill>
                  <a:srgbClr val="374050"/>
                </a:solidFill>
                <a:latin typeface="Dotum"/>
                <a:cs typeface="Dotum"/>
              </a:rPr>
              <a:t>역할</a:t>
            </a:r>
            <a:endParaRPr sz="1850">
              <a:latin typeface="Dotum"/>
              <a:cs typeface="Dotum"/>
            </a:endParaRPr>
          </a:p>
          <a:p>
            <a:pPr marL="459740" indent="-447040">
              <a:lnSpc>
                <a:spcPct val="100000"/>
              </a:lnSpc>
              <a:spcBef>
                <a:spcPts val="1680"/>
              </a:spcBef>
              <a:buClr>
                <a:srgbClr val="FFFFFF"/>
              </a:buClr>
              <a:buFont typeface="Trebuchet MS"/>
              <a:buAutoNum type="arabicPlain" startAt="2"/>
              <a:tabLst>
                <a:tab pos="459740" algn="l"/>
              </a:tabLst>
            </a:pP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결론</a:t>
            </a:r>
            <a:r>
              <a:rPr sz="1850" spc="-16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및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35" dirty="0">
                <a:solidFill>
                  <a:srgbClr val="374050"/>
                </a:solidFill>
                <a:latin typeface="Dotum"/>
                <a:cs typeface="Dotum"/>
              </a:rPr>
              <a:t>향후</a:t>
            </a:r>
            <a:r>
              <a:rPr sz="1850" spc="-15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850" spc="-360" dirty="0">
                <a:solidFill>
                  <a:srgbClr val="374050"/>
                </a:solidFill>
                <a:latin typeface="Dotum"/>
                <a:cs typeface="Dotum"/>
              </a:rPr>
              <a:t>과제</a:t>
            </a:r>
            <a:endParaRPr sz="1850">
              <a:latin typeface="Dotum"/>
              <a:cs typeface="Dotum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84659" y="1815703"/>
            <a:ext cx="553720" cy="464820"/>
          </a:xfrm>
          <a:custGeom>
            <a:avLst/>
            <a:gdLst/>
            <a:ahLst/>
            <a:cxnLst/>
            <a:rect l="l" t="t" r="r" b="b"/>
            <a:pathLst>
              <a:path w="553719" h="464819">
                <a:moveTo>
                  <a:pt x="57096" y="107156"/>
                </a:moveTo>
                <a:lnTo>
                  <a:pt x="50060" y="107156"/>
                </a:lnTo>
                <a:lnTo>
                  <a:pt x="46575" y="106813"/>
                </a:lnTo>
                <a:lnTo>
                  <a:pt x="10984" y="86269"/>
                </a:lnTo>
                <a:lnTo>
                  <a:pt x="0" y="57096"/>
                </a:lnTo>
                <a:lnTo>
                  <a:pt x="0" y="50060"/>
                </a:lnTo>
                <a:lnTo>
                  <a:pt x="18180" y="13205"/>
                </a:lnTo>
                <a:lnTo>
                  <a:pt x="50060" y="0"/>
                </a:lnTo>
                <a:lnTo>
                  <a:pt x="57096" y="0"/>
                </a:lnTo>
                <a:lnTo>
                  <a:pt x="93951" y="18180"/>
                </a:lnTo>
                <a:lnTo>
                  <a:pt x="107156" y="50060"/>
                </a:lnTo>
                <a:lnTo>
                  <a:pt x="107156" y="57096"/>
                </a:lnTo>
                <a:lnTo>
                  <a:pt x="88975" y="93951"/>
                </a:lnTo>
                <a:lnTo>
                  <a:pt x="57096" y="107156"/>
                </a:lnTo>
                <a:close/>
              </a:path>
              <a:path w="553719" h="464819">
                <a:moveTo>
                  <a:pt x="517921" y="89296"/>
                </a:moveTo>
                <a:lnTo>
                  <a:pt x="196453" y="89296"/>
                </a:lnTo>
                <a:lnTo>
                  <a:pt x="182537" y="86494"/>
                </a:lnTo>
                <a:lnTo>
                  <a:pt x="171184" y="78846"/>
                </a:lnTo>
                <a:lnTo>
                  <a:pt x="163537" y="67494"/>
                </a:lnTo>
                <a:lnTo>
                  <a:pt x="160734" y="53578"/>
                </a:lnTo>
                <a:lnTo>
                  <a:pt x="163537" y="39662"/>
                </a:lnTo>
                <a:lnTo>
                  <a:pt x="171184" y="28309"/>
                </a:lnTo>
                <a:lnTo>
                  <a:pt x="182537" y="20662"/>
                </a:lnTo>
                <a:lnTo>
                  <a:pt x="196453" y="17859"/>
                </a:lnTo>
                <a:lnTo>
                  <a:pt x="517921" y="17859"/>
                </a:lnTo>
                <a:lnTo>
                  <a:pt x="531837" y="20662"/>
                </a:lnTo>
                <a:lnTo>
                  <a:pt x="543190" y="28309"/>
                </a:lnTo>
                <a:lnTo>
                  <a:pt x="550837" y="39662"/>
                </a:lnTo>
                <a:lnTo>
                  <a:pt x="553640" y="53578"/>
                </a:lnTo>
                <a:lnTo>
                  <a:pt x="550837" y="67494"/>
                </a:lnTo>
                <a:lnTo>
                  <a:pt x="543190" y="78846"/>
                </a:lnTo>
                <a:lnTo>
                  <a:pt x="531837" y="86494"/>
                </a:lnTo>
                <a:lnTo>
                  <a:pt x="517921" y="89296"/>
                </a:lnTo>
                <a:close/>
              </a:path>
              <a:path w="553719" h="464819">
                <a:moveTo>
                  <a:pt x="517921" y="267890"/>
                </a:moveTo>
                <a:lnTo>
                  <a:pt x="196453" y="267890"/>
                </a:lnTo>
                <a:lnTo>
                  <a:pt x="182537" y="265087"/>
                </a:lnTo>
                <a:lnTo>
                  <a:pt x="171184" y="257440"/>
                </a:lnTo>
                <a:lnTo>
                  <a:pt x="163537" y="246087"/>
                </a:lnTo>
                <a:lnTo>
                  <a:pt x="160734" y="232171"/>
                </a:lnTo>
                <a:lnTo>
                  <a:pt x="163537" y="218255"/>
                </a:lnTo>
                <a:lnTo>
                  <a:pt x="171184" y="206903"/>
                </a:lnTo>
                <a:lnTo>
                  <a:pt x="182537" y="199255"/>
                </a:lnTo>
                <a:lnTo>
                  <a:pt x="196453" y="196453"/>
                </a:lnTo>
                <a:lnTo>
                  <a:pt x="517921" y="196453"/>
                </a:lnTo>
                <a:lnTo>
                  <a:pt x="531837" y="199255"/>
                </a:lnTo>
                <a:lnTo>
                  <a:pt x="543190" y="206903"/>
                </a:lnTo>
                <a:lnTo>
                  <a:pt x="550837" y="218255"/>
                </a:lnTo>
                <a:lnTo>
                  <a:pt x="553640" y="232171"/>
                </a:lnTo>
                <a:lnTo>
                  <a:pt x="550837" y="246087"/>
                </a:lnTo>
                <a:lnTo>
                  <a:pt x="543190" y="257440"/>
                </a:lnTo>
                <a:lnTo>
                  <a:pt x="531837" y="265087"/>
                </a:lnTo>
                <a:lnTo>
                  <a:pt x="517921" y="267890"/>
                </a:lnTo>
                <a:close/>
              </a:path>
              <a:path w="553719" h="464819">
                <a:moveTo>
                  <a:pt x="517921" y="446484"/>
                </a:moveTo>
                <a:lnTo>
                  <a:pt x="196453" y="446484"/>
                </a:lnTo>
                <a:lnTo>
                  <a:pt x="182537" y="443681"/>
                </a:lnTo>
                <a:lnTo>
                  <a:pt x="171184" y="436033"/>
                </a:lnTo>
                <a:lnTo>
                  <a:pt x="163537" y="424681"/>
                </a:lnTo>
                <a:lnTo>
                  <a:pt x="160734" y="410765"/>
                </a:lnTo>
                <a:lnTo>
                  <a:pt x="163537" y="396849"/>
                </a:lnTo>
                <a:lnTo>
                  <a:pt x="171184" y="385497"/>
                </a:lnTo>
                <a:lnTo>
                  <a:pt x="182537" y="377849"/>
                </a:lnTo>
                <a:lnTo>
                  <a:pt x="196453" y="375046"/>
                </a:lnTo>
                <a:lnTo>
                  <a:pt x="517921" y="375046"/>
                </a:lnTo>
                <a:lnTo>
                  <a:pt x="531837" y="377849"/>
                </a:lnTo>
                <a:lnTo>
                  <a:pt x="543190" y="385497"/>
                </a:lnTo>
                <a:lnTo>
                  <a:pt x="550837" y="396849"/>
                </a:lnTo>
                <a:lnTo>
                  <a:pt x="553640" y="410765"/>
                </a:lnTo>
                <a:lnTo>
                  <a:pt x="550837" y="424681"/>
                </a:lnTo>
                <a:lnTo>
                  <a:pt x="543190" y="436033"/>
                </a:lnTo>
                <a:lnTo>
                  <a:pt x="531837" y="443681"/>
                </a:lnTo>
                <a:lnTo>
                  <a:pt x="517921" y="446484"/>
                </a:lnTo>
                <a:close/>
              </a:path>
              <a:path w="553719" h="464819">
                <a:moveTo>
                  <a:pt x="57096" y="464343"/>
                </a:moveTo>
                <a:lnTo>
                  <a:pt x="50060" y="464343"/>
                </a:lnTo>
                <a:lnTo>
                  <a:pt x="46575" y="464000"/>
                </a:lnTo>
                <a:lnTo>
                  <a:pt x="10984" y="443457"/>
                </a:lnTo>
                <a:lnTo>
                  <a:pt x="0" y="414283"/>
                </a:lnTo>
                <a:lnTo>
                  <a:pt x="0" y="407247"/>
                </a:lnTo>
                <a:lnTo>
                  <a:pt x="18180" y="370392"/>
                </a:lnTo>
                <a:lnTo>
                  <a:pt x="50060" y="357187"/>
                </a:lnTo>
                <a:lnTo>
                  <a:pt x="57096" y="357187"/>
                </a:lnTo>
                <a:lnTo>
                  <a:pt x="93951" y="375367"/>
                </a:lnTo>
                <a:lnTo>
                  <a:pt x="107156" y="407247"/>
                </a:lnTo>
                <a:lnTo>
                  <a:pt x="107156" y="414283"/>
                </a:lnTo>
                <a:lnTo>
                  <a:pt x="88975" y="451138"/>
                </a:lnTo>
                <a:lnTo>
                  <a:pt x="57096" y="464343"/>
                </a:lnTo>
                <a:close/>
              </a:path>
              <a:path w="553719" h="464819">
                <a:moveTo>
                  <a:pt x="57096" y="285749"/>
                </a:moveTo>
                <a:lnTo>
                  <a:pt x="50060" y="285749"/>
                </a:lnTo>
                <a:lnTo>
                  <a:pt x="46575" y="285406"/>
                </a:lnTo>
                <a:lnTo>
                  <a:pt x="10984" y="264863"/>
                </a:lnTo>
                <a:lnTo>
                  <a:pt x="0" y="235689"/>
                </a:lnTo>
                <a:lnTo>
                  <a:pt x="0" y="228653"/>
                </a:lnTo>
                <a:lnTo>
                  <a:pt x="18180" y="191798"/>
                </a:lnTo>
                <a:lnTo>
                  <a:pt x="50060" y="178593"/>
                </a:lnTo>
                <a:lnTo>
                  <a:pt x="57096" y="178593"/>
                </a:lnTo>
                <a:lnTo>
                  <a:pt x="93951" y="196773"/>
                </a:lnTo>
                <a:lnTo>
                  <a:pt x="107156" y="228653"/>
                </a:lnTo>
                <a:lnTo>
                  <a:pt x="107156" y="235689"/>
                </a:lnTo>
                <a:lnTo>
                  <a:pt x="88975" y="272544"/>
                </a:lnTo>
                <a:lnTo>
                  <a:pt x="57096" y="285749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542925"/>
          </a:xfrm>
          <a:custGeom>
            <a:avLst/>
            <a:gdLst/>
            <a:ahLst/>
            <a:cxnLst/>
            <a:rect l="l" t="t" r="r" b="b"/>
            <a:pathLst>
              <a:path w="76200" h="542925">
                <a:moveTo>
                  <a:pt x="76199" y="542924"/>
                </a:moveTo>
                <a:lnTo>
                  <a:pt x="0" y="542924"/>
                </a:lnTo>
                <a:lnTo>
                  <a:pt x="0" y="0"/>
                </a:lnTo>
                <a:lnTo>
                  <a:pt x="76199" y="0"/>
                </a:lnTo>
                <a:lnTo>
                  <a:pt x="76199" y="542924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spc="-155" dirty="0">
                <a:latin typeface="Georgia Pro Cond"/>
                <a:cs typeface="Georgia Pro Cond"/>
              </a:rPr>
              <a:t>1.</a:t>
            </a:r>
            <a:r>
              <a:rPr sz="3150" spc="-25" dirty="0">
                <a:latin typeface="Georgia Pro Cond"/>
                <a:cs typeface="Georgia Pro Cond"/>
              </a:rPr>
              <a:t> </a:t>
            </a:r>
            <a:r>
              <a:rPr spc="-640" dirty="0"/>
              <a:t>협동학습</a:t>
            </a:r>
            <a:r>
              <a:rPr spc="-400" dirty="0"/>
              <a:t> </a:t>
            </a:r>
            <a:r>
              <a:rPr spc="-655" dirty="0"/>
              <a:t>개요</a:t>
            </a:r>
            <a:endParaRPr sz="3150">
              <a:latin typeface="Georgia Pro Cond"/>
              <a:cs typeface="Georgia Pro Cond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5824" y="971550"/>
            <a:ext cx="190499" cy="190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91050" y="896084"/>
            <a:ext cx="6387465" cy="5981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10"/>
              </a:spcBef>
            </a:pPr>
            <a:r>
              <a:rPr sz="1700" b="1" spc="-295" dirty="0">
                <a:solidFill>
                  <a:srgbClr val="374050"/>
                </a:solidFill>
                <a:latin typeface="Malgun Gothic"/>
                <a:cs typeface="Malgun Gothic"/>
              </a:rPr>
              <a:t>협동학습이란</a:t>
            </a:r>
            <a:r>
              <a:rPr sz="1700" b="1" spc="-295" dirty="0">
                <a:solidFill>
                  <a:srgbClr val="374050"/>
                </a:solidFill>
                <a:latin typeface="Verdana Pro Cond Black"/>
                <a:cs typeface="Verdana Pro Cond Black"/>
              </a:rPr>
              <a:t>?</a:t>
            </a:r>
            <a:r>
              <a:rPr sz="1700" b="1" spc="-50" dirty="0">
                <a:solidFill>
                  <a:srgbClr val="374050"/>
                </a:solidFill>
                <a:latin typeface="Verdana Pro Cond Black"/>
                <a:cs typeface="Verdana Pro Cond Black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학생들이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공동의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목표를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달성하기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위해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소집단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내에서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서로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도움을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주고받으며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함께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학습하는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교육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방법</a:t>
            </a:r>
            <a:endParaRPr sz="1700">
              <a:latin typeface="Dotum"/>
              <a:cs typeface="Dotum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5824" y="1733550"/>
            <a:ext cx="190499" cy="190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86250" y="1685433"/>
            <a:ext cx="6008370" cy="861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100"/>
              </a:spcBef>
            </a:pPr>
            <a:r>
              <a:rPr sz="1700" b="1" spc="-250" dirty="0">
                <a:solidFill>
                  <a:srgbClr val="374050"/>
                </a:solidFill>
                <a:latin typeface="Malgun Gothic"/>
                <a:cs typeface="Malgun Gothic"/>
              </a:rPr>
              <a:t>특징</a:t>
            </a:r>
            <a:r>
              <a:rPr sz="1700" b="1" spc="-250" dirty="0">
                <a:solidFill>
                  <a:srgbClr val="374050"/>
                </a:solidFill>
                <a:latin typeface="Verdana Pro Cond Black"/>
                <a:cs typeface="Verdana Pro Cond Black"/>
              </a:rPr>
              <a:t>:</a:t>
            </a:r>
            <a:r>
              <a:rPr sz="1700" b="1" spc="-50" dirty="0">
                <a:solidFill>
                  <a:srgbClr val="374050"/>
                </a:solidFill>
                <a:latin typeface="Verdana Pro Cond Black"/>
                <a:cs typeface="Verdana Pro Cond Black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단순한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그룹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활동과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달리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긍정적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80" dirty="0">
                <a:solidFill>
                  <a:srgbClr val="374050"/>
                </a:solidFill>
                <a:latin typeface="Dotum"/>
                <a:cs typeface="Dotum"/>
              </a:rPr>
              <a:t>상호의존성</a:t>
            </a:r>
            <a:r>
              <a:rPr sz="1700" spc="-28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30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개별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책무성이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강조됨</a:t>
            </a:r>
            <a:endParaRPr sz="17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5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전통적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그룹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활동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80" dirty="0">
                <a:solidFill>
                  <a:srgbClr val="1D40AF"/>
                </a:solidFill>
                <a:latin typeface="Microsoft YaHei"/>
                <a:cs typeface="Microsoft YaHei"/>
              </a:rPr>
              <a:t>vs</a:t>
            </a:r>
            <a:r>
              <a:rPr sz="1500" b="1" spc="-70" dirty="0">
                <a:solidFill>
                  <a:srgbClr val="1D40AF"/>
                </a:solidFill>
                <a:latin typeface="Microsoft YaHei"/>
                <a:cs typeface="Microsoft YaHei"/>
              </a:rPr>
              <a:t> </a:t>
            </a:r>
            <a:r>
              <a:rPr sz="1500" b="1" spc="-290" dirty="0">
                <a:solidFill>
                  <a:srgbClr val="1D40AF"/>
                </a:solidFill>
                <a:latin typeface="Malgun Gothic"/>
                <a:cs typeface="Malgun Gothic"/>
              </a:rPr>
              <a:t>협동학습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95824" y="2705099"/>
            <a:ext cx="3257550" cy="1419225"/>
            <a:chOff x="4695824" y="2705099"/>
            <a:chExt cx="3257550" cy="1419225"/>
          </a:xfrm>
        </p:grpSpPr>
        <p:sp>
          <p:nvSpPr>
            <p:cNvPr id="9" name="object 9"/>
            <p:cNvSpPr/>
            <p:nvPr/>
          </p:nvSpPr>
          <p:spPr>
            <a:xfrm>
              <a:off x="4705349" y="2714624"/>
              <a:ext cx="3238500" cy="1400175"/>
            </a:xfrm>
            <a:custGeom>
              <a:avLst/>
              <a:gdLst/>
              <a:ahLst/>
              <a:cxnLst/>
              <a:rect l="l" t="t" r="r" b="b"/>
              <a:pathLst>
                <a:path w="3238500" h="1400175">
                  <a:moveTo>
                    <a:pt x="3176202" y="1400174"/>
                  </a:moveTo>
                  <a:lnTo>
                    <a:pt x="62296" y="1400174"/>
                  </a:lnTo>
                  <a:lnTo>
                    <a:pt x="57960" y="1399747"/>
                  </a:lnTo>
                  <a:lnTo>
                    <a:pt x="22623" y="1383741"/>
                  </a:lnTo>
                  <a:lnTo>
                    <a:pt x="2134" y="1350800"/>
                  </a:lnTo>
                  <a:lnTo>
                    <a:pt x="0" y="1337877"/>
                  </a:lnTo>
                  <a:lnTo>
                    <a:pt x="0" y="1333499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3176202" y="0"/>
                  </a:lnTo>
                  <a:lnTo>
                    <a:pt x="3212506" y="13668"/>
                  </a:lnTo>
                  <a:lnTo>
                    <a:pt x="3235098" y="45203"/>
                  </a:lnTo>
                  <a:lnTo>
                    <a:pt x="3238499" y="62297"/>
                  </a:lnTo>
                  <a:lnTo>
                    <a:pt x="3238499" y="1337877"/>
                  </a:lnTo>
                  <a:lnTo>
                    <a:pt x="3224829" y="1374182"/>
                  </a:lnTo>
                  <a:lnTo>
                    <a:pt x="3193294" y="1396774"/>
                  </a:lnTo>
                  <a:lnTo>
                    <a:pt x="3180538" y="1399747"/>
                  </a:lnTo>
                  <a:lnTo>
                    <a:pt x="3176202" y="140017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05349" y="2714624"/>
              <a:ext cx="3238500" cy="1400175"/>
            </a:xfrm>
            <a:custGeom>
              <a:avLst/>
              <a:gdLst/>
              <a:ahLst/>
              <a:cxnLst/>
              <a:rect l="l" t="t" r="r" b="b"/>
              <a:pathLst>
                <a:path w="3238500" h="1400175">
                  <a:moveTo>
                    <a:pt x="0" y="1333499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3171824" y="0"/>
                  </a:lnTo>
                  <a:lnTo>
                    <a:pt x="3176202" y="0"/>
                  </a:lnTo>
                  <a:lnTo>
                    <a:pt x="3180538" y="427"/>
                  </a:lnTo>
                  <a:lnTo>
                    <a:pt x="3184831" y="1281"/>
                  </a:lnTo>
                  <a:lnTo>
                    <a:pt x="3189124" y="2135"/>
                  </a:lnTo>
                  <a:lnTo>
                    <a:pt x="3193294" y="3399"/>
                  </a:lnTo>
                  <a:lnTo>
                    <a:pt x="3197338" y="5075"/>
                  </a:lnTo>
                  <a:lnTo>
                    <a:pt x="3201383" y="6750"/>
                  </a:lnTo>
                  <a:lnTo>
                    <a:pt x="3205226" y="8804"/>
                  </a:lnTo>
                  <a:lnTo>
                    <a:pt x="3208866" y="11236"/>
                  </a:lnTo>
                  <a:lnTo>
                    <a:pt x="3212506" y="13668"/>
                  </a:lnTo>
                  <a:lnTo>
                    <a:pt x="3227262" y="29632"/>
                  </a:lnTo>
                  <a:lnTo>
                    <a:pt x="3229694" y="33272"/>
                  </a:lnTo>
                  <a:lnTo>
                    <a:pt x="3231748" y="37114"/>
                  </a:lnTo>
                  <a:lnTo>
                    <a:pt x="3233423" y="41159"/>
                  </a:lnTo>
                  <a:lnTo>
                    <a:pt x="3235098" y="45203"/>
                  </a:lnTo>
                  <a:lnTo>
                    <a:pt x="3238499" y="66674"/>
                  </a:lnTo>
                  <a:lnTo>
                    <a:pt x="3238499" y="1333499"/>
                  </a:lnTo>
                  <a:lnTo>
                    <a:pt x="3238499" y="1337877"/>
                  </a:lnTo>
                  <a:lnTo>
                    <a:pt x="3238071" y="1342213"/>
                  </a:lnTo>
                  <a:lnTo>
                    <a:pt x="3237217" y="1346507"/>
                  </a:lnTo>
                  <a:lnTo>
                    <a:pt x="3236363" y="1350800"/>
                  </a:lnTo>
                  <a:lnTo>
                    <a:pt x="3235098" y="1354969"/>
                  </a:lnTo>
                  <a:lnTo>
                    <a:pt x="3233423" y="1359014"/>
                  </a:lnTo>
                  <a:lnTo>
                    <a:pt x="3231748" y="1363059"/>
                  </a:lnTo>
                  <a:lnTo>
                    <a:pt x="3229694" y="1366901"/>
                  </a:lnTo>
                  <a:lnTo>
                    <a:pt x="3227261" y="1370541"/>
                  </a:lnTo>
                  <a:lnTo>
                    <a:pt x="3224829" y="1374182"/>
                  </a:lnTo>
                  <a:lnTo>
                    <a:pt x="3208866" y="1388937"/>
                  </a:lnTo>
                  <a:lnTo>
                    <a:pt x="3205226" y="1391369"/>
                  </a:lnTo>
                  <a:lnTo>
                    <a:pt x="3201383" y="1393423"/>
                  </a:lnTo>
                  <a:lnTo>
                    <a:pt x="3197338" y="1395098"/>
                  </a:lnTo>
                  <a:lnTo>
                    <a:pt x="3193294" y="1396774"/>
                  </a:lnTo>
                  <a:lnTo>
                    <a:pt x="3171824" y="1400174"/>
                  </a:lnTo>
                  <a:lnTo>
                    <a:pt x="66674" y="1400174"/>
                  </a:lnTo>
                  <a:lnTo>
                    <a:pt x="62296" y="1400174"/>
                  </a:lnTo>
                  <a:lnTo>
                    <a:pt x="57960" y="1399747"/>
                  </a:lnTo>
                  <a:lnTo>
                    <a:pt x="53667" y="1398893"/>
                  </a:lnTo>
                  <a:lnTo>
                    <a:pt x="49372" y="1398039"/>
                  </a:lnTo>
                  <a:lnTo>
                    <a:pt x="45203" y="1396774"/>
                  </a:lnTo>
                  <a:lnTo>
                    <a:pt x="41158" y="1395098"/>
                  </a:lnTo>
                  <a:lnTo>
                    <a:pt x="37114" y="1393423"/>
                  </a:lnTo>
                  <a:lnTo>
                    <a:pt x="11236" y="1370541"/>
                  </a:lnTo>
                  <a:lnTo>
                    <a:pt x="8803" y="1366901"/>
                  </a:lnTo>
                  <a:lnTo>
                    <a:pt x="6749" y="1363059"/>
                  </a:lnTo>
                  <a:lnTo>
                    <a:pt x="5074" y="1359014"/>
                  </a:lnTo>
                  <a:lnTo>
                    <a:pt x="3399" y="1354969"/>
                  </a:lnTo>
                  <a:lnTo>
                    <a:pt x="2134" y="1350800"/>
                  </a:lnTo>
                  <a:lnTo>
                    <a:pt x="1280" y="1346507"/>
                  </a:lnTo>
                  <a:lnTo>
                    <a:pt x="427" y="1342213"/>
                  </a:lnTo>
                  <a:lnTo>
                    <a:pt x="0" y="1337877"/>
                  </a:lnTo>
                  <a:lnTo>
                    <a:pt x="0" y="1333499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7810" y="2926853"/>
              <a:ext cx="210967" cy="16816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148212" y="2870136"/>
            <a:ext cx="122555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전통적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그룹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활동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33937" y="3314700"/>
            <a:ext cx="47625" cy="581025"/>
          </a:xfrm>
          <a:custGeom>
            <a:avLst/>
            <a:gdLst/>
            <a:ahLst/>
            <a:cxnLst/>
            <a:rect l="l" t="t" r="r" b="b"/>
            <a:pathLst>
              <a:path w="47625" h="581025">
                <a:moveTo>
                  <a:pt x="47625" y="554062"/>
                </a:moveTo>
                <a:lnTo>
                  <a:pt x="26974" y="533400"/>
                </a:lnTo>
                <a:lnTo>
                  <a:pt x="20662" y="533400"/>
                </a:lnTo>
                <a:lnTo>
                  <a:pt x="0" y="554062"/>
                </a:lnTo>
                <a:lnTo>
                  <a:pt x="0" y="560374"/>
                </a:lnTo>
                <a:lnTo>
                  <a:pt x="20662" y="581025"/>
                </a:lnTo>
                <a:lnTo>
                  <a:pt x="26974" y="581025"/>
                </a:lnTo>
                <a:lnTo>
                  <a:pt x="47625" y="560374"/>
                </a:lnTo>
                <a:lnTo>
                  <a:pt x="47625" y="557212"/>
                </a:lnTo>
                <a:lnTo>
                  <a:pt x="47625" y="554062"/>
                </a:lnTo>
                <a:close/>
              </a:path>
              <a:path w="47625" h="581025">
                <a:moveTo>
                  <a:pt x="47625" y="287362"/>
                </a:moveTo>
                <a:lnTo>
                  <a:pt x="26974" y="266700"/>
                </a:lnTo>
                <a:lnTo>
                  <a:pt x="20662" y="266700"/>
                </a:lnTo>
                <a:lnTo>
                  <a:pt x="0" y="287362"/>
                </a:lnTo>
                <a:lnTo>
                  <a:pt x="0" y="293674"/>
                </a:lnTo>
                <a:lnTo>
                  <a:pt x="20662" y="314325"/>
                </a:lnTo>
                <a:lnTo>
                  <a:pt x="26974" y="314325"/>
                </a:lnTo>
                <a:lnTo>
                  <a:pt x="47625" y="293674"/>
                </a:lnTo>
                <a:lnTo>
                  <a:pt x="47625" y="290512"/>
                </a:lnTo>
                <a:lnTo>
                  <a:pt x="47625" y="287362"/>
                </a:lnTo>
                <a:close/>
              </a:path>
              <a:path w="47625" h="581025">
                <a:moveTo>
                  <a:pt x="47625" y="20662"/>
                </a:moveTo>
                <a:lnTo>
                  <a:pt x="26974" y="0"/>
                </a:lnTo>
                <a:lnTo>
                  <a:pt x="20662" y="0"/>
                </a:lnTo>
                <a:lnTo>
                  <a:pt x="0" y="20662"/>
                </a:lnTo>
                <a:lnTo>
                  <a:pt x="0" y="26974"/>
                </a:lnTo>
                <a:lnTo>
                  <a:pt x="20662" y="47625"/>
                </a:lnTo>
                <a:lnTo>
                  <a:pt x="26974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62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86300" y="3217989"/>
            <a:ext cx="95885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개인별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분업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374050"/>
                </a:solidFill>
                <a:latin typeface="Dotum"/>
                <a:cs typeface="Dotum"/>
              </a:rPr>
              <a:t>형태</a:t>
            </a:r>
            <a:endParaRPr sz="1150">
              <a:latin typeface="Dotum"/>
              <a:cs typeface="Dotu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86300" y="3484689"/>
            <a:ext cx="148717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공장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컨베이어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벨트와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374050"/>
                </a:solidFill>
                <a:latin typeface="Dotum"/>
                <a:cs typeface="Dotum"/>
              </a:rPr>
              <a:t>유사</a:t>
            </a:r>
            <a:endParaRPr sz="1150">
              <a:latin typeface="Dotum"/>
              <a:cs typeface="Dotu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6300" y="3751389"/>
            <a:ext cx="108204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자신의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역할만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374050"/>
                </a:solidFill>
                <a:latin typeface="Dotum"/>
                <a:cs typeface="Dotum"/>
              </a:rPr>
              <a:t>수행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181974" y="2705099"/>
            <a:ext cx="3248025" cy="1419225"/>
            <a:chOff x="8181974" y="2705099"/>
            <a:chExt cx="3248025" cy="1419225"/>
          </a:xfrm>
        </p:grpSpPr>
        <p:sp>
          <p:nvSpPr>
            <p:cNvPr id="18" name="object 18"/>
            <p:cNvSpPr/>
            <p:nvPr/>
          </p:nvSpPr>
          <p:spPr>
            <a:xfrm>
              <a:off x="8191499" y="2714624"/>
              <a:ext cx="3228975" cy="1400175"/>
            </a:xfrm>
            <a:custGeom>
              <a:avLst/>
              <a:gdLst/>
              <a:ahLst/>
              <a:cxnLst/>
              <a:rect l="l" t="t" r="r" b="b"/>
              <a:pathLst>
                <a:path w="3228975" h="1400175">
                  <a:moveTo>
                    <a:pt x="3166677" y="1400174"/>
                  </a:moveTo>
                  <a:lnTo>
                    <a:pt x="62296" y="1400174"/>
                  </a:lnTo>
                  <a:lnTo>
                    <a:pt x="57960" y="1399747"/>
                  </a:lnTo>
                  <a:lnTo>
                    <a:pt x="22623" y="1383741"/>
                  </a:lnTo>
                  <a:lnTo>
                    <a:pt x="2134" y="1350800"/>
                  </a:lnTo>
                  <a:lnTo>
                    <a:pt x="0" y="1337877"/>
                  </a:lnTo>
                  <a:lnTo>
                    <a:pt x="0" y="1333499"/>
                  </a:lnTo>
                  <a:lnTo>
                    <a:pt x="0" y="62297"/>
                  </a:lnTo>
                  <a:lnTo>
                    <a:pt x="13667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3166677" y="0"/>
                  </a:lnTo>
                  <a:lnTo>
                    <a:pt x="3202981" y="13668"/>
                  </a:lnTo>
                  <a:lnTo>
                    <a:pt x="3225573" y="45203"/>
                  </a:lnTo>
                  <a:lnTo>
                    <a:pt x="3228973" y="62297"/>
                  </a:lnTo>
                  <a:lnTo>
                    <a:pt x="3228973" y="1337877"/>
                  </a:lnTo>
                  <a:lnTo>
                    <a:pt x="3215303" y="1374182"/>
                  </a:lnTo>
                  <a:lnTo>
                    <a:pt x="3183768" y="1396774"/>
                  </a:lnTo>
                  <a:lnTo>
                    <a:pt x="3171011" y="1399747"/>
                  </a:lnTo>
                  <a:lnTo>
                    <a:pt x="3166677" y="140017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91499" y="2714624"/>
              <a:ext cx="3228975" cy="1400175"/>
            </a:xfrm>
            <a:custGeom>
              <a:avLst/>
              <a:gdLst/>
              <a:ahLst/>
              <a:cxnLst/>
              <a:rect l="l" t="t" r="r" b="b"/>
              <a:pathLst>
                <a:path w="3228975" h="1400175">
                  <a:moveTo>
                    <a:pt x="0" y="1333499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2"/>
                  </a:lnTo>
                  <a:lnTo>
                    <a:pt x="13667" y="25992"/>
                  </a:lnTo>
                  <a:lnTo>
                    <a:pt x="41158" y="5075"/>
                  </a:lnTo>
                  <a:lnTo>
                    <a:pt x="45203" y="3399"/>
                  </a:lnTo>
                  <a:lnTo>
                    <a:pt x="49371" y="2135"/>
                  </a:lnTo>
                  <a:lnTo>
                    <a:pt x="53666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3162299" y="0"/>
                  </a:lnTo>
                  <a:lnTo>
                    <a:pt x="3166677" y="0"/>
                  </a:lnTo>
                  <a:lnTo>
                    <a:pt x="3171011" y="427"/>
                  </a:lnTo>
                  <a:lnTo>
                    <a:pt x="3175305" y="1281"/>
                  </a:lnTo>
                  <a:lnTo>
                    <a:pt x="3179599" y="2135"/>
                  </a:lnTo>
                  <a:lnTo>
                    <a:pt x="3183768" y="3399"/>
                  </a:lnTo>
                  <a:lnTo>
                    <a:pt x="3187813" y="5075"/>
                  </a:lnTo>
                  <a:lnTo>
                    <a:pt x="3191858" y="6750"/>
                  </a:lnTo>
                  <a:lnTo>
                    <a:pt x="3217735" y="29632"/>
                  </a:lnTo>
                  <a:lnTo>
                    <a:pt x="3220169" y="33272"/>
                  </a:lnTo>
                  <a:lnTo>
                    <a:pt x="3228974" y="66674"/>
                  </a:lnTo>
                  <a:lnTo>
                    <a:pt x="3228974" y="1333499"/>
                  </a:lnTo>
                  <a:lnTo>
                    <a:pt x="3217735" y="1370541"/>
                  </a:lnTo>
                  <a:lnTo>
                    <a:pt x="3215303" y="1374182"/>
                  </a:lnTo>
                  <a:lnTo>
                    <a:pt x="3199340" y="1388937"/>
                  </a:lnTo>
                  <a:lnTo>
                    <a:pt x="3195700" y="1391369"/>
                  </a:lnTo>
                  <a:lnTo>
                    <a:pt x="3191858" y="1393423"/>
                  </a:lnTo>
                  <a:lnTo>
                    <a:pt x="3187813" y="1395098"/>
                  </a:lnTo>
                  <a:lnTo>
                    <a:pt x="3183768" y="1396774"/>
                  </a:lnTo>
                  <a:lnTo>
                    <a:pt x="3162299" y="1400174"/>
                  </a:lnTo>
                  <a:lnTo>
                    <a:pt x="66674" y="1400174"/>
                  </a:lnTo>
                  <a:lnTo>
                    <a:pt x="62296" y="1400174"/>
                  </a:lnTo>
                  <a:lnTo>
                    <a:pt x="57960" y="1399747"/>
                  </a:lnTo>
                  <a:lnTo>
                    <a:pt x="53666" y="1398893"/>
                  </a:lnTo>
                  <a:lnTo>
                    <a:pt x="49371" y="1398039"/>
                  </a:lnTo>
                  <a:lnTo>
                    <a:pt x="45203" y="1396774"/>
                  </a:lnTo>
                  <a:lnTo>
                    <a:pt x="41158" y="1395098"/>
                  </a:lnTo>
                  <a:lnTo>
                    <a:pt x="37113" y="1393423"/>
                  </a:lnTo>
                  <a:lnTo>
                    <a:pt x="8803" y="1366901"/>
                  </a:lnTo>
                  <a:lnTo>
                    <a:pt x="5074" y="1359014"/>
                  </a:lnTo>
                  <a:lnTo>
                    <a:pt x="3399" y="1354969"/>
                  </a:lnTo>
                  <a:lnTo>
                    <a:pt x="2134" y="1350800"/>
                  </a:lnTo>
                  <a:lnTo>
                    <a:pt x="1280" y="1346507"/>
                  </a:lnTo>
                  <a:lnTo>
                    <a:pt x="426" y="1342213"/>
                  </a:lnTo>
                  <a:lnTo>
                    <a:pt x="0" y="1337877"/>
                  </a:lnTo>
                  <a:lnTo>
                    <a:pt x="0" y="1333499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53424" y="2924174"/>
              <a:ext cx="171449" cy="17144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585100" y="2870136"/>
            <a:ext cx="65659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290" dirty="0">
                <a:solidFill>
                  <a:srgbClr val="1D40AF"/>
                </a:solidFill>
                <a:latin typeface="Malgun Gothic"/>
                <a:cs typeface="Malgun Gothic"/>
              </a:rPr>
              <a:t>협동학습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420087" y="3314700"/>
            <a:ext cx="47625" cy="581025"/>
          </a:xfrm>
          <a:custGeom>
            <a:avLst/>
            <a:gdLst/>
            <a:ahLst/>
            <a:cxnLst/>
            <a:rect l="l" t="t" r="r" b="b"/>
            <a:pathLst>
              <a:path w="47625" h="581025">
                <a:moveTo>
                  <a:pt x="47625" y="554062"/>
                </a:moveTo>
                <a:lnTo>
                  <a:pt x="26974" y="533400"/>
                </a:lnTo>
                <a:lnTo>
                  <a:pt x="20662" y="533400"/>
                </a:lnTo>
                <a:lnTo>
                  <a:pt x="0" y="554062"/>
                </a:lnTo>
                <a:lnTo>
                  <a:pt x="0" y="560374"/>
                </a:lnTo>
                <a:lnTo>
                  <a:pt x="20662" y="581025"/>
                </a:lnTo>
                <a:lnTo>
                  <a:pt x="26974" y="581025"/>
                </a:lnTo>
                <a:lnTo>
                  <a:pt x="47625" y="560374"/>
                </a:lnTo>
                <a:lnTo>
                  <a:pt x="47625" y="557212"/>
                </a:lnTo>
                <a:lnTo>
                  <a:pt x="47625" y="554062"/>
                </a:lnTo>
                <a:close/>
              </a:path>
              <a:path w="47625" h="581025">
                <a:moveTo>
                  <a:pt x="47625" y="287362"/>
                </a:moveTo>
                <a:lnTo>
                  <a:pt x="26974" y="266700"/>
                </a:lnTo>
                <a:lnTo>
                  <a:pt x="20662" y="266700"/>
                </a:lnTo>
                <a:lnTo>
                  <a:pt x="0" y="287362"/>
                </a:lnTo>
                <a:lnTo>
                  <a:pt x="0" y="293674"/>
                </a:lnTo>
                <a:lnTo>
                  <a:pt x="20662" y="314325"/>
                </a:lnTo>
                <a:lnTo>
                  <a:pt x="26974" y="314325"/>
                </a:lnTo>
                <a:lnTo>
                  <a:pt x="47625" y="293674"/>
                </a:lnTo>
                <a:lnTo>
                  <a:pt x="47625" y="290512"/>
                </a:lnTo>
                <a:lnTo>
                  <a:pt x="47625" y="287362"/>
                </a:lnTo>
                <a:close/>
              </a:path>
              <a:path w="47625" h="581025">
                <a:moveTo>
                  <a:pt x="47625" y="20662"/>
                </a:moveTo>
                <a:lnTo>
                  <a:pt x="26974" y="0"/>
                </a:lnTo>
                <a:lnTo>
                  <a:pt x="20662" y="0"/>
                </a:lnTo>
                <a:lnTo>
                  <a:pt x="0" y="20662"/>
                </a:lnTo>
                <a:lnTo>
                  <a:pt x="0" y="26974"/>
                </a:lnTo>
                <a:lnTo>
                  <a:pt x="20662" y="47625"/>
                </a:lnTo>
                <a:lnTo>
                  <a:pt x="26974" y="47625"/>
                </a:lnTo>
                <a:lnTo>
                  <a:pt x="47625" y="26974"/>
                </a:lnTo>
                <a:lnTo>
                  <a:pt x="47625" y="23812"/>
                </a:lnTo>
                <a:lnTo>
                  <a:pt x="47625" y="20662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566050" y="3217989"/>
            <a:ext cx="160972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축구팀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같은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상호의존적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374050"/>
                </a:solidFill>
                <a:latin typeface="Dotum"/>
                <a:cs typeface="Dotum"/>
              </a:rPr>
              <a:t>구조</a:t>
            </a:r>
            <a:endParaRPr sz="1150">
              <a:latin typeface="Dotum"/>
              <a:cs typeface="Dotu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66050" y="3484689"/>
            <a:ext cx="1647189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모두가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공동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목표를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위해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55" dirty="0">
                <a:solidFill>
                  <a:srgbClr val="374050"/>
                </a:solidFill>
                <a:latin typeface="Dotum"/>
                <a:cs typeface="Dotum"/>
              </a:rPr>
              <a:t>협력</a:t>
            </a:r>
            <a:endParaRPr sz="1150">
              <a:latin typeface="Dotum"/>
              <a:cs typeface="Dotum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66050" y="3751389"/>
            <a:ext cx="182245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한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명의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374050"/>
                </a:solidFill>
                <a:latin typeface="Dotum"/>
                <a:cs typeface="Dotum"/>
              </a:rPr>
              <a:t>성공</a:t>
            </a:r>
            <a:r>
              <a:rPr sz="1150" spc="-165" dirty="0">
                <a:solidFill>
                  <a:srgbClr val="374050"/>
                </a:solidFill>
                <a:latin typeface="Calibri"/>
                <a:cs typeface="Calibri"/>
              </a:rPr>
              <a:t>/</a:t>
            </a:r>
            <a:r>
              <a:rPr sz="1150" spc="-165" dirty="0">
                <a:solidFill>
                  <a:srgbClr val="374050"/>
                </a:solidFill>
                <a:latin typeface="Dotum"/>
                <a:cs typeface="Dotum"/>
              </a:rPr>
              <a:t>실패가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전체에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374050"/>
                </a:solidFill>
                <a:latin typeface="Dotum"/>
                <a:cs typeface="Dotum"/>
              </a:rPr>
              <a:t>영향</a:t>
            </a:r>
            <a:endParaRPr sz="1150">
              <a:latin typeface="Dotum"/>
              <a:cs typeface="Dotum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66800" y="1704975"/>
            <a:ext cx="714375" cy="571500"/>
          </a:xfrm>
          <a:custGeom>
            <a:avLst/>
            <a:gdLst/>
            <a:ahLst/>
            <a:cxnLst/>
            <a:rect l="l" t="t" r="r" b="b"/>
            <a:pathLst>
              <a:path w="714375" h="571500">
                <a:moveTo>
                  <a:pt x="166597" y="178593"/>
                </a:moveTo>
                <a:lnTo>
                  <a:pt x="154871" y="178593"/>
                </a:lnTo>
                <a:lnTo>
                  <a:pt x="149064" y="178021"/>
                </a:lnTo>
                <a:lnTo>
                  <a:pt x="106248" y="160286"/>
                </a:lnTo>
                <a:lnTo>
                  <a:pt x="80478" y="128886"/>
                </a:lnTo>
                <a:lnTo>
                  <a:pt x="71437" y="95160"/>
                </a:lnTo>
                <a:lnTo>
                  <a:pt x="71437" y="83433"/>
                </a:lnTo>
                <a:lnTo>
                  <a:pt x="83229" y="44561"/>
                </a:lnTo>
                <a:lnTo>
                  <a:pt x="115998" y="11791"/>
                </a:lnTo>
                <a:lnTo>
                  <a:pt x="154871" y="0"/>
                </a:lnTo>
                <a:lnTo>
                  <a:pt x="166597" y="0"/>
                </a:lnTo>
                <a:lnTo>
                  <a:pt x="205469" y="11791"/>
                </a:lnTo>
                <a:lnTo>
                  <a:pt x="238239" y="44561"/>
                </a:lnTo>
                <a:lnTo>
                  <a:pt x="250031" y="83433"/>
                </a:lnTo>
                <a:lnTo>
                  <a:pt x="250031" y="95160"/>
                </a:lnTo>
                <a:lnTo>
                  <a:pt x="238239" y="134032"/>
                </a:lnTo>
                <a:lnTo>
                  <a:pt x="205469" y="166801"/>
                </a:lnTo>
                <a:lnTo>
                  <a:pt x="166597" y="178593"/>
                </a:lnTo>
                <a:close/>
              </a:path>
              <a:path w="714375" h="571500">
                <a:moveTo>
                  <a:pt x="577363" y="178593"/>
                </a:moveTo>
                <a:lnTo>
                  <a:pt x="565636" y="178593"/>
                </a:lnTo>
                <a:lnTo>
                  <a:pt x="559829" y="178021"/>
                </a:lnTo>
                <a:lnTo>
                  <a:pt x="517014" y="160286"/>
                </a:lnTo>
                <a:lnTo>
                  <a:pt x="491244" y="128886"/>
                </a:lnTo>
                <a:lnTo>
                  <a:pt x="482203" y="95160"/>
                </a:lnTo>
                <a:lnTo>
                  <a:pt x="482203" y="83433"/>
                </a:lnTo>
                <a:lnTo>
                  <a:pt x="493994" y="44561"/>
                </a:lnTo>
                <a:lnTo>
                  <a:pt x="526764" y="11791"/>
                </a:lnTo>
                <a:lnTo>
                  <a:pt x="565636" y="0"/>
                </a:lnTo>
                <a:lnTo>
                  <a:pt x="577363" y="0"/>
                </a:lnTo>
                <a:lnTo>
                  <a:pt x="616235" y="11791"/>
                </a:lnTo>
                <a:lnTo>
                  <a:pt x="649005" y="44561"/>
                </a:lnTo>
                <a:lnTo>
                  <a:pt x="660796" y="83433"/>
                </a:lnTo>
                <a:lnTo>
                  <a:pt x="660796" y="95160"/>
                </a:lnTo>
                <a:lnTo>
                  <a:pt x="649005" y="134032"/>
                </a:lnTo>
                <a:lnTo>
                  <a:pt x="616235" y="166801"/>
                </a:lnTo>
                <a:lnTo>
                  <a:pt x="577363" y="178593"/>
                </a:lnTo>
                <a:close/>
              </a:path>
              <a:path w="714375" h="571500">
                <a:moveTo>
                  <a:pt x="364223" y="357187"/>
                </a:moveTo>
                <a:lnTo>
                  <a:pt x="350151" y="357187"/>
                </a:lnTo>
                <a:lnTo>
                  <a:pt x="343183" y="356501"/>
                </a:lnTo>
                <a:lnTo>
                  <a:pt x="303504" y="343037"/>
                </a:lnTo>
                <a:lnTo>
                  <a:pt x="271999" y="315414"/>
                </a:lnTo>
                <a:lnTo>
                  <a:pt x="253462" y="277837"/>
                </a:lnTo>
                <a:lnTo>
                  <a:pt x="250031" y="257067"/>
                </a:lnTo>
                <a:lnTo>
                  <a:pt x="250031" y="242995"/>
                </a:lnTo>
                <a:lnTo>
                  <a:pt x="260880" y="202523"/>
                </a:lnTo>
                <a:lnTo>
                  <a:pt x="286391" y="169285"/>
                </a:lnTo>
                <a:lnTo>
                  <a:pt x="322832" y="148293"/>
                </a:lnTo>
                <a:lnTo>
                  <a:pt x="350151" y="142875"/>
                </a:lnTo>
                <a:lnTo>
                  <a:pt x="364223" y="142875"/>
                </a:lnTo>
                <a:lnTo>
                  <a:pt x="404694" y="153724"/>
                </a:lnTo>
                <a:lnTo>
                  <a:pt x="437933" y="179235"/>
                </a:lnTo>
                <a:lnTo>
                  <a:pt x="458879" y="215524"/>
                </a:lnTo>
                <a:lnTo>
                  <a:pt x="464343" y="242995"/>
                </a:lnTo>
                <a:lnTo>
                  <a:pt x="464343" y="257067"/>
                </a:lnTo>
                <a:lnTo>
                  <a:pt x="453494" y="297538"/>
                </a:lnTo>
                <a:lnTo>
                  <a:pt x="427983" y="330777"/>
                </a:lnTo>
                <a:lnTo>
                  <a:pt x="391693" y="351723"/>
                </a:lnTo>
                <a:lnTo>
                  <a:pt x="364223" y="357187"/>
                </a:lnTo>
                <a:close/>
              </a:path>
              <a:path w="714375" h="571500">
                <a:moveTo>
                  <a:pt x="262756" y="357187"/>
                </a:moveTo>
                <a:lnTo>
                  <a:pt x="23775" y="357187"/>
                </a:lnTo>
                <a:lnTo>
                  <a:pt x="14550" y="355309"/>
                </a:lnTo>
                <a:lnTo>
                  <a:pt x="6990" y="350197"/>
                </a:lnTo>
                <a:lnTo>
                  <a:pt x="1878" y="342636"/>
                </a:lnTo>
                <a:lnTo>
                  <a:pt x="0" y="333412"/>
                </a:lnTo>
                <a:lnTo>
                  <a:pt x="9363" y="287066"/>
                </a:lnTo>
                <a:lnTo>
                  <a:pt x="34895" y="249208"/>
                </a:lnTo>
                <a:lnTo>
                  <a:pt x="72754" y="223676"/>
                </a:lnTo>
                <a:lnTo>
                  <a:pt x="119099" y="214312"/>
                </a:lnTo>
                <a:lnTo>
                  <a:pt x="166761" y="214312"/>
                </a:lnTo>
                <a:lnTo>
                  <a:pt x="179606" y="215015"/>
                </a:lnTo>
                <a:lnTo>
                  <a:pt x="179797" y="215015"/>
                </a:lnTo>
                <a:lnTo>
                  <a:pt x="192362" y="217089"/>
                </a:lnTo>
                <a:lnTo>
                  <a:pt x="204688" y="220481"/>
                </a:lnTo>
                <a:lnTo>
                  <a:pt x="216544" y="225139"/>
                </a:lnTo>
                <a:lnTo>
                  <a:pt x="215093" y="233176"/>
                </a:lnTo>
                <a:lnTo>
                  <a:pt x="214424" y="241548"/>
                </a:lnTo>
                <a:lnTo>
                  <a:pt x="214424" y="250031"/>
                </a:lnTo>
                <a:lnTo>
                  <a:pt x="217816" y="281074"/>
                </a:lnTo>
                <a:lnTo>
                  <a:pt x="227497" y="309762"/>
                </a:lnTo>
                <a:lnTo>
                  <a:pt x="242633" y="335219"/>
                </a:lnTo>
                <a:lnTo>
                  <a:pt x="242725" y="335374"/>
                </a:lnTo>
                <a:lnTo>
                  <a:pt x="262756" y="357187"/>
                </a:lnTo>
                <a:close/>
              </a:path>
              <a:path w="714375" h="571500">
                <a:moveTo>
                  <a:pt x="690599" y="357187"/>
                </a:moveTo>
                <a:lnTo>
                  <a:pt x="451618" y="357187"/>
                </a:lnTo>
                <a:lnTo>
                  <a:pt x="471696" y="335374"/>
                </a:lnTo>
                <a:lnTo>
                  <a:pt x="486919" y="309762"/>
                </a:lnTo>
                <a:lnTo>
                  <a:pt x="496574" y="281074"/>
                </a:lnTo>
                <a:lnTo>
                  <a:pt x="499950" y="250031"/>
                </a:lnTo>
                <a:lnTo>
                  <a:pt x="499950" y="241548"/>
                </a:lnTo>
                <a:lnTo>
                  <a:pt x="499151" y="233176"/>
                </a:lnTo>
                <a:lnTo>
                  <a:pt x="497830" y="225139"/>
                </a:lnTo>
                <a:lnTo>
                  <a:pt x="509517" y="220481"/>
                </a:lnTo>
                <a:lnTo>
                  <a:pt x="521758" y="217089"/>
                </a:lnTo>
                <a:lnTo>
                  <a:pt x="534481" y="215015"/>
                </a:lnTo>
                <a:lnTo>
                  <a:pt x="547613" y="214312"/>
                </a:lnTo>
                <a:lnTo>
                  <a:pt x="595275" y="214312"/>
                </a:lnTo>
                <a:lnTo>
                  <a:pt x="641620" y="223676"/>
                </a:lnTo>
                <a:lnTo>
                  <a:pt x="679479" y="249208"/>
                </a:lnTo>
                <a:lnTo>
                  <a:pt x="705011" y="287066"/>
                </a:lnTo>
                <a:lnTo>
                  <a:pt x="714375" y="333412"/>
                </a:lnTo>
                <a:lnTo>
                  <a:pt x="712506" y="342636"/>
                </a:lnTo>
                <a:lnTo>
                  <a:pt x="712257" y="343037"/>
                </a:lnTo>
                <a:lnTo>
                  <a:pt x="707413" y="350197"/>
                </a:lnTo>
                <a:lnTo>
                  <a:pt x="705178" y="351723"/>
                </a:lnTo>
                <a:lnTo>
                  <a:pt x="699847" y="355309"/>
                </a:lnTo>
                <a:lnTo>
                  <a:pt x="690599" y="357187"/>
                </a:lnTo>
                <a:close/>
              </a:path>
              <a:path w="714375" h="571500">
                <a:moveTo>
                  <a:pt x="541697" y="571500"/>
                </a:moveTo>
                <a:lnTo>
                  <a:pt x="172677" y="571500"/>
                </a:lnTo>
                <a:lnTo>
                  <a:pt x="161075" y="569150"/>
                </a:lnTo>
                <a:lnTo>
                  <a:pt x="151595" y="562751"/>
                </a:lnTo>
                <a:lnTo>
                  <a:pt x="145214" y="553276"/>
                </a:lnTo>
                <a:lnTo>
                  <a:pt x="142875" y="541697"/>
                </a:lnTo>
                <a:lnTo>
                  <a:pt x="150462" y="494676"/>
                </a:lnTo>
                <a:lnTo>
                  <a:pt x="171589" y="453832"/>
                </a:lnTo>
                <a:lnTo>
                  <a:pt x="203801" y="421620"/>
                </a:lnTo>
                <a:lnTo>
                  <a:pt x="244644" y="400493"/>
                </a:lnTo>
                <a:lnTo>
                  <a:pt x="291665" y="392906"/>
                </a:lnTo>
                <a:lnTo>
                  <a:pt x="422709" y="392906"/>
                </a:lnTo>
                <a:lnTo>
                  <a:pt x="469730" y="400493"/>
                </a:lnTo>
                <a:lnTo>
                  <a:pt x="510573" y="421620"/>
                </a:lnTo>
                <a:lnTo>
                  <a:pt x="542785" y="453832"/>
                </a:lnTo>
                <a:lnTo>
                  <a:pt x="563912" y="494676"/>
                </a:lnTo>
                <a:lnTo>
                  <a:pt x="571500" y="541697"/>
                </a:lnTo>
                <a:lnTo>
                  <a:pt x="569166" y="553276"/>
                </a:lnTo>
                <a:lnTo>
                  <a:pt x="562793" y="562751"/>
                </a:lnTo>
                <a:lnTo>
                  <a:pt x="553323" y="569150"/>
                </a:lnTo>
                <a:lnTo>
                  <a:pt x="541697" y="571500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1085850"/>
          </a:xfrm>
          <a:custGeom>
            <a:avLst/>
            <a:gdLst/>
            <a:ahLst/>
            <a:cxnLst/>
            <a:rect l="l" t="t" r="r" b="b"/>
            <a:pathLst>
              <a:path w="76200" h="1085850">
                <a:moveTo>
                  <a:pt x="76199" y="1085849"/>
                </a:moveTo>
                <a:lnTo>
                  <a:pt x="0" y="1085849"/>
                </a:lnTo>
                <a:lnTo>
                  <a:pt x="0" y="0"/>
                </a:lnTo>
                <a:lnTo>
                  <a:pt x="76199" y="0"/>
                </a:lnTo>
                <a:lnTo>
                  <a:pt x="76199" y="10858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0"/>
              </a:spcBef>
            </a:pPr>
            <a:r>
              <a:rPr spc="-185" dirty="0">
                <a:latin typeface="Sitka Text"/>
                <a:cs typeface="Sitka Text"/>
              </a:rPr>
              <a:t>2. </a:t>
            </a:r>
            <a:r>
              <a:rPr spc="-635" dirty="0"/>
              <a:t>스포츠</a:t>
            </a:r>
            <a:r>
              <a:rPr spc="-395" dirty="0"/>
              <a:t> </a:t>
            </a:r>
            <a:r>
              <a:rPr spc="-640" dirty="0"/>
              <a:t>교육에서</a:t>
            </a:r>
            <a:r>
              <a:rPr spc="-395" dirty="0"/>
              <a:t> </a:t>
            </a:r>
            <a:r>
              <a:rPr spc="-660" dirty="0"/>
              <a:t>왜 </a:t>
            </a:r>
            <a:r>
              <a:rPr spc="-595" dirty="0"/>
              <a:t>협동학습인가</a:t>
            </a:r>
            <a:r>
              <a:rPr spc="-595" dirty="0">
                <a:latin typeface="Sitka Text"/>
                <a:cs typeface="Sitka Text"/>
              </a:rPr>
              <a:t>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5824" y="971550"/>
            <a:ext cx="190499" cy="190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91050" y="897127"/>
            <a:ext cx="635127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00"/>
              </a:spcBef>
            </a:pPr>
            <a:r>
              <a:rPr sz="1700" b="1" spc="-325" dirty="0">
                <a:solidFill>
                  <a:srgbClr val="374050"/>
                </a:solidFill>
                <a:latin typeface="Malgun Gothic"/>
                <a:cs typeface="Malgun Gothic"/>
              </a:rPr>
              <a:t>스포츠의</a:t>
            </a:r>
            <a:r>
              <a:rPr sz="1700" b="1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374050"/>
                </a:solidFill>
                <a:latin typeface="Malgun Gothic"/>
                <a:cs typeface="Malgun Gothic"/>
              </a:rPr>
              <a:t>본질적</a:t>
            </a:r>
            <a:r>
              <a:rPr sz="1700" b="1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00" b="1" spc="-250" dirty="0">
                <a:solidFill>
                  <a:srgbClr val="374050"/>
                </a:solidFill>
                <a:latin typeface="Malgun Gothic"/>
                <a:cs typeface="Malgun Gothic"/>
              </a:rPr>
              <a:t>특성</a:t>
            </a:r>
            <a:r>
              <a:rPr sz="1700" b="1" spc="-250" dirty="0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sz="1700" b="1" spc="-45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스포츠는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본질적으로</a:t>
            </a:r>
            <a:r>
              <a:rPr sz="1700" spc="-13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상호작용적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80" dirty="0">
                <a:solidFill>
                  <a:srgbClr val="374050"/>
                </a:solidFill>
                <a:latin typeface="Dotum"/>
                <a:cs typeface="Dotum"/>
              </a:rPr>
              <a:t>활동입니다</a:t>
            </a:r>
            <a:r>
              <a:rPr sz="1700" spc="-280" dirty="0">
                <a:solidFill>
                  <a:srgbClr val="374050"/>
                </a:solidFill>
                <a:latin typeface="Microsoft Sans Serif"/>
                <a:cs typeface="Microsoft Sans Serif"/>
              </a:rPr>
              <a:t>.</a:t>
            </a:r>
            <a:r>
              <a:rPr sz="1700" spc="-25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혼자서는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75" dirty="0">
                <a:solidFill>
                  <a:srgbClr val="374050"/>
                </a:solidFill>
                <a:latin typeface="Dotum"/>
                <a:cs typeface="Dotum"/>
              </a:rPr>
              <a:t>축</a:t>
            </a:r>
            <a:r>
              <a:rPr sz="1700" spc="-195" dirty="0">
                <a:solidFill>
                  <a:srgbClr val="374050"/>
                </a:solidFill>
                <a:latin typeface="Dotum"/>
                <a:cs typeface="Dotum"/>
              </a:rPr>
              <a:t> 구</a:t>
            </a:r>
            <a:r>
              <a:rPr sz="1700" spc="-195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30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240" dirty="0">
                <a:solidFill>
                  <a:srgbClr val="374050"/>
                </a:solidFill>
                <a:latin typeface="Dotum"/>
                <a:cs typeface="Dotum"/>
              </a:rPr>
              <a:t>농구</a:t>
            </a:r>
            <a:r>
              <a:rPr sz="1700" spc="-24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25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배구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등의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경기를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할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80" dirty="0">
                <a:solidFill>
                  <a:srgbClr val="374050"/>
                </a:solidFill>
                <a:latin typeface="Dotum"/>
                <a:cs typeface="Dotum"/>
              </a:rPr>
              <a:t>없습니다</a:t>
            </a:r>
            <a:r>
              <a:rPr sz="1700" spc="-280" dirty="0">
                <a:solidFill>
                  <a:srgbClr val="374050"/>
                </a:solidFill>
                <a:latin typeface="Microsoft Sans Serif"/>
                <a:cs typeface="Microsoft Sans Serif"/>
              </a:rPr>
              <a:t>.</a:t>
            </a:r>
            <a:endParaRPr sz="17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5824" y="1733550"/>
            <a:ext cx="190499" cy="190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686250" y="1659127"/>
            <a:ext cx="6602730" cy="1097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>
              <a:lnSpc>
                <a:spcPct val="110300"/>
              </a:lnSpc>
              <a:spcBef>
                <a:spcPts val="100"/>
              </a:spcBef>
            </a:pPr>
            <a:r>
              <a:rPr sz="1700" b="1" spc="-325" dirty="0">
                <a:solidFill>
                  <a:srgbClr val="374050"/>
                </a:solidFill>
                <a:latin typeface="Malgun Gothic"/>
                <a:cs typeface="Malgun Gothic"/>
              </a:rPr>
              <a:t>자연스러운</a:t>
            </a:r>
            <a:r>
              <a:rPr sz="1700" b="1" spc="-1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00" b="1" spc="-265" dirty="0">
                <a:solidFill>
                  <a:srgbClr val="374050"/>
                </a:solidFill>
                <a:latin typeface="Malgun Gothic"/>
                <a:cs typeface="Malgun Gothic"/>
              </a:rPr>
              <a:t>학습법</a:t>
            </a:r>
            <a:r>
              <a:rPr sz="1700" b="1" spc="-265" dirty="0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sz="1700" b="1" spc="-45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협동학습은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단순한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교수법이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아니라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스포츠의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본질을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학습하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는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가장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자연스러운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90" dirty="0">
                <a:solidFill>
                  <a:srgbClr val="374050"/>
                </a:solidFill>
                <a:latin typeface="Dotum"/>
                <a:cs typeface="Dotum"/>
              </a:rPr>
              <a:t>방법입니다</a:t>
            </a:r>
            <a:r>
              <a:rPr sz="1700" spc="-290" dirty="0">
                <a:solidFill>
                  <a:srgbClr val="374050"/>
                </a:solidFill>
                <a:latin typeface="Microsoft Sans Serif"/>
                <a:cs typeface="Microsoft Sans Serif"/>
              </a:rPr>
              <a:t>.</a:t>
            </a: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협동학습을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통해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개발되는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핵심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역량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95824" y="2952749"/>
            <a:ext cx="3295650" cy="876300"/>
            <a:chOff x="4695824" y="2952749"/>
            <a:chExt cx="3295650" cy="876300"/>
          </a:xfrm>
        </p:grpSpPr>
        <p:sp>
          <p:nvSpPr>
            <p:cNvPr id="9" name="object 9"/>
            <p:cNvSpPr/>
            <p:nvPr/>
          </p:nvSpPr>
          <p:spPr>
            <a:xfrm>
              <a:off x="4705349" y="2962274"/>
              <a:ext cx="3276600" cy="857250"/>
            </a:xfrm>
            <a:custGeom>
              <a:avLst/>
              <a:gdLst/>
              <a:ahLst/>
              <a:cxnLst/>
              <a:rect l="l" t="t" r="r" b="b"/>
              <a:pathLst>
                <a:path w="3276600" h="857250">
                  <a:moveTo>
                    <a:pt x="3214302" y="857249"/>
                  </a:moveTo>
                  <a:lnTo>
                    <a:pt x="62296" y="857249"/>
                  </a:lnTo>
                  <a:lnTo>
                    <a:pt x="57960" y="856822"/>
                  </a:lnTo>
                  <a:lnTo>
                    <a:pt x="22623" y="840816"/>
                  </a:lnTo>
                  <a:lnTo>
                    <a:pt x="2134" y="807875"/>
                  </a:lnTo>
                  <a:lnTo>
                    <a:pt x="0" y="794952"/>
                  </a:lnTo>
                  <a:lnTo>
                    <a:pt x="0" y="790574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400"/>
                  </a:lnTo>
                  <a:lnTo>
                    <a:pt x="62296" y="0"/>
                  </a:lnTo>
                  <a:lnTo>
                    <a:pt x="3214302" y="0"/>
                  </a:lnTo>
                  <a:lnTo>
                    <a:pt x="3250606" y="13668"/>
                  </a:lnTo>
                  <a:lnTo>
                    <a:pt x="3273198" y="45203"/>
                  </a:lnTo>
                  <a:lnTo>
                    <a:pt x="3276599" y="62297"/>
                  </a:lnTo>
                  <a:lnTo>
                    <a:pt x="3276599" y="794952"/>
                  </a:lnTo>
                  <a:lnTo>
                    <a:pt x="3262929" y="831257"/>
                  </a:lnTo>
                  <a:lnTo>
                    <a:pt x="3231394" y="853849"/>
                  </a:lnTo>
                  <a:lnTo>
                    <a:pt x="3218638" y="856822"/>
                  </a:lnTo>
                  <a:lnTo>
                    <a:pt x="3214302" y="857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05349" y="2962274"/>
              <a:ext cx="3276600" cy="857250"/>
            </a:xfrm>
            <a:custGeom>
              <a:avLst/>
              <a:gdLst/>
              <a:ahLst/>
              <a:cxnLst/>
              <a:rect l="l" t="t" r="r" b="b"/>
              <a:pathLst>
                <a:path w="3276600" h="857250">
                  <a:moveTo>
                    <a:pt x="0" y="7905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41159" y="5075"/>
                  </a:lnTo>
                  <a:lnTo>
                    <a:pt x="45203" y="3400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3209924" y="0"/>
                  </a:lnTo>
                  <a:lnTo>
                    <a:pt x="3214302" y="0"/>
                  </a:lnTo>
                  <a:lnTo>
                    <a:pt x="3218638" y="427"/>
                  </a:lnTo>
                  <a:lnTo>
                    <a:pt x="3222932" y="1281"/>
                  </a:lnTo>
                  <a:lnTo>
                    <a:pt x="3227225" y="2135"/>
                  </a:lnTo>
                  <a:lnTo>
                    <a:pt x="3231394" y="3400"/>
                  </a:lnTo>
                  <a:lnTo>
                    <a:pt x="3235438" y="5075"/>
                  </a:lnTo>
                  <a:lnTo>
                    <a:pt x="3239483" y="6750"/>
                  </a:lnTo>
                  <a:lnTo>
                    <a:pt x="3243326" y="8804"/>
                  </a:lnTo>
                  <a:lnTo>
                    <a:pt x="3246966" y="11236"/>
                  </a:lnTo>
                  <a:lnTo>
                    <a:pt x="3250606" y="13668"/>
                  </a:lnTo>
                  <a:lnTo>
                    <a:pt x="3253974" y="16432"/>
                  </a:lnTo>
                  <a:lnTo>
                    <a:pt x="3257070" y="19528"/>
                  </a:lnTo>
                  <a:lnTo>
                    <a:pt x="3260165" y="22623"/>
                  </a:lnTo>
                  <a:lnTo>
                    <a:pt x="3262929" y="25991"/>
                  </a:lnTo>
                  <a:lnTo>
                    <a:pt x="3265361" y="29631"/>
                  </a:lnTo>
                  <a:lnTo>
                    <a:pt x="3267793" y="33272"/>
                  </a:lnTo>
                  <a:lnTo>
                    <a:pt x="3276599" y="66674"/>
                  </a:lnTo>
                  <a:lnTo>
                    <a:pt x="3276599" y="790574"/>
                  </a:lnTo>
                  <a:lnTo>
                    <a:pt x="3265361" y="827617"/>
                  </a:lnTo>
                  <a:lnTo>
                    <a:pt x="3262929" y="831257"/>
                  </a:lnTo>
                  <a:lnTo>
                    <a:pt x="3231394" y="853849"/>
                  </a:lnTo>
                  <a:lnTo>
                    <a:pt x="3214302" y="857249"/>
                  </a:lnTo>
                  <a:lnTo>
                    <a:pt x="3209924" y="857249"/>
                  </a:lnTo>
                  <a:lnTo>
                    <a:pt x="66674" y="857249"/>
                  </a:lnTo>
                  <a:lnTo>
                    <a:pt x="62296" y="857249"/>
                  </a:lnTo>
                  <a:lnTo>
                    <a:pt x="57960" y="856822"/>
                  </a:lnTo>
                  <a:lnTo>
                    <a:pt x="22623" y="840816"/>
                  </a:lnTo>
                  <a:lnTo>
                    <a:pt x="11236" y="827617"/>
                  </a:lnTo>
                  <a:lnTo>
                    <a:pt x="8803" y="823976"/>
                  </a:lnTo>
                  <a:lnTo>
                    <a:pt x="6749" y="820134"/>
                  </a:lnTo>
                  <a:lnTo>
                    <a:pt x="5074" y="816089"/>
                  </a:lnTo>
                  <a:lnTo>
                    <a:pt x="3399" y="812045"/>
                  </a:lnTo>
                  <a:lnTo>
                    <a:pt x="2134" y="807875"/>
                  </a:lnTo>
                  <a:lnTo>
                    <a:pt x="1280" y="803582"/>
                  </a:lnTo>
                  <a:lnTo>
                    <a:pt x="427" y="799288"/>
                  </a:lnTo>
                  <a:lnTo>
                    <a:pt x="0" y="794952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48224" y="31051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5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90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7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0" y="344"/>
                  </a:lnTo>
                  <a:lnTo>
                    <a:pt x="341495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5" y="566008"/>
                  </a:lnTo>
                  <a:lnTo>
                    <a:pt x="299770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1D40A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90474" y="3276599"/>
              <a:ext cx="287020" cy="228600"/>
            </a:xfrm>
            <a:custGeom>
              <a:avLst/>
              <a:gdLst/>
              <a:ahLst/>
              <a:cxnLst/>
              <a:rect l="l" t="t" r="r" b="b"/>
              <a:pathLst>
                <a:path w="287020" h="228600">
                  <a:moveTo>
                    <a:pt x="7768" y="157162"/>
                  </a:moveTo>
                  <a:lnTo>
                    <a:pt x="4688" y="157162"/>
                  </a:lnTo>
                  <a:lnTo>
                    <a:pt x="1964" y="155108"/>
                  </a:lnTo>
                  <a:lnTo>
                    <a:pt x="0" y="149304"/>
                  </a:lnTo>
                  <a:lnTo>
                    <a:pt x="1071" y="146089"/>
                  </a:lnTo>
                  <a:lnTo>
                    <a:pt x="3527" y="144259"/>
                  </a:lnTo>
                  <a:lnTo>
                    <a:pt x="4554" y="143455"/>
                  </a:lnTo>
                  <a:lnTo>
                    <a:pt x="5223" y="142875"/>
                  </a:lnTo>
                  <a:lnTo>
                    <a:pt x="7634" y="140687"/>
                  </a:lnTo>
                  <a:lnTo>
                    <a:pt x="9822" y="138544"/>
                  </a:lnTo>
                  <a:lnTo>
                    <a:pt x="11965" y="135775"/>
                  </a:lnTo>
                  <a:lnTo>
                    <a:pt x="14421" y="132650"/>
                  </a:lnTo>
                  <a:lnTo>
                    <a:pt x="16743" y="128944"/>
                  </a:lnTo>
                  <a:lnTo>
                    <a:pt x="18305" y="124747"/>
                  </a:lnTo>
                  <a:lnTo>
                    <a:pt x="10853" y="114476"/>
                  </a:lnTo>
                  <a:lnTo>
                    <a:pt x="5296" y="103255"/>
                  </a:lnTo>
                  <a:lnTo>
                    <a:pt x="1824" y="91238"/>
                  </a:lnTo>
                  <a:lnTo>
                    <a:pt x="690" y="79276"/>
                  </a:lnTo>
                  <a:lnTo>
                    <a:pt x="632" y="78548"/>
                  </a:lnTo>
                  <a:lnTo>
                    <a:pt x="7921" y="47994"/>
                  </a:lnTo>
                  <a:lnTo>
                    <a:pt x="27821" y="23016"/>
                  </a:lnTo>
                  <a:lnTo>
                    <a:pt x="57340" y="6175"/>
                  </a:lnTo>
                  <a:lnTo>
                    <a:pt x="93493" y="0"/>
                  </a:lnTo>
                  <a:lnTo>
                    <a:pt x="129647" y="6175"/>
                  </a:lnTo>
                  <a:lnTo>
                    <a:pt x="159166" y="23016"/>
                  </a:lnTo>
                  <a:lnTo>
                    <a:pt x="179066" y="47994"/>
                  </a:lnTo>
                  <a:lnTo>
                    <a:pt x="186354" y="78548"/>
                  </a:lnTo>
                  <a:lnTo>
                    <a:pt x="186319" y="78763"/>
                  </a:lnTo>
                  <a:lnTo>
                    <a:pt x="179066" y="109168"/>
                  </a:lnTo>
                  <a:lnTo>
                    <a:pt x="159166" y="134146"/>
                  </a:lnTo>
                  <a:lnTo>
                    <a:pt x="137527" y="146491"/>
                  </a:lnTo>
                  <a:lnTo>
                    <a:pt x="46791" y="146491"/>
                  </a:lnTo>
                  <a:lnTo>
                    <a:pt x="43442" y="148277"/>
                  </a:lnTo>
                  <a:lnTo>
                    <a:pt x="15058" y="156723"/>
                  </a:lnTo>
                  <a:lnTo>
                    <a:pt x="7768" y="157162"/>
                  </a:lnTo>
                  <a:close/>
                </a:path>
                <a:path w="287020" h="228600">
                  <a:moveTo>
                    <a:pt x="193506" y="228600"/>
                  </a:moveTo>
                  <a:lnTo>
                    <a:pt x="163037" y="224271"/>
                  </a:lnTo>
                  <a:lnTo>
                    <a:pt x="136808" y="212258"/>
                  </a:lnTo>
                  <a:lnTo>
                    <a:pt x="116548" y="194016"/>
                  </a:lnTo>
                  <a:lnTo>
                    <a:pt x="103986" y="171003"/>
                  </a:lnTo>
                  <a:lnTo>
                    <a:pt x="141203" y="161711"/>
                  </a:lnTo>
                  <a:lnTo>
                    <a:pt x="171974" y="141903"/>
                  </a:lnTo>
                  <a:lnTo>
                    <a:pt x="192917" y="113540"/>
                  </a:lnTo>
                  <a:lnTo>
                    <a:pt x="200496" y="79276"/>
                  </a:lnTo>
                  <a:lnTo>
                    <a:pt x="200516" y="73893"/>
                  </a:lnTo>
                  <a:lnTo>
                    <a:pt x="200337" y="71616"/>
                  </a:lnTo>
                  <a:lnTo>
                    <a:pt x="234060" y="79276"/>
                  </a:lnTo>
                  <a:lnTo>
                    <a:pt x="261366" y="96362"/>
                  </a:lnTo>
                  <a:lnTo>
                    <a:pt x="279656" y="120665"/>
                  </a:lnTo>
                  <a:lnTo>
                    <a:pt x="286330" y="149974"/>
                  </a:lnTo>
                  <a:lnTo>
                    <a:pt x="285220" y="161711"/>
                  </a:lnTo>
                  <a:lnTo>
                    <a:pt x="285131" y="162656"/>
                  </a:lnTo>
                  <a:lnTo>
                    <a:pt x="281659" y="174681"/>
                  </a:lnTo>
                  <a:lnTo>
                    <a:pt x="276102" y="185894"/>
                  </a:lnTo>
                  <a:lnTo>
                    <a:pt x="268649" y="196140"/>
                  </a:lnTo>
                  <a:lnTo>
                    <a:pt x="270212" y="200292"/>
                  </a:lnTo>
                  <a:lnTo>
                    <a:pt x="272534" y="204043"/>
                  </a:lnTo>
                  <a:lnTo>
                    <a:pt x="274989" y="207168"/>
                  </a:lnTo>
                  <a:lnTo>
                    <a:pt x="277132" y="209936"/>
                  </a:lnTo>
                  <a:lnTo>
                    <a:pt x="279320" y="212080"/>
                  </a:lnTo>
                  <a:lnTo>
                    <a:pt x="281731" y="214312"/>
                  </a:lnTo>
                  <a:lnTo>
                    <a:pt x="283428" y="215651"/>
                  </a:lnTo>
                  <a:lnTo>
                    <a:pt x="285928" y="217482"/>
                  </a:lnTo>
                  <a:lnTo>
                    <a:pt x="286071" y="217929"/>
                  </a:lnTo>
                  <a:lnTo>
                    <a:pt x="240253" y="217929"/>
                  </a:lnTo>
                  <a:lnTo>
                    <a:pt x="229545" y="222459"/>
                  </a:lnTo>
                  <a:lnTo>
                    <a:pt x="218118" y="225809"/>
                  </a:lnTo>
                  <a:lnTo>
                    <a:pt x="206072" y="227887"/>
                  </a:lnTo>
                  <a:lnTo>
                    <a:pt x="193506" y="228600"/>
                  </a:lnTo>
                  <a:close/>
                </a:path>
                <a:path w="287020" h="228600">
                  <a:moveTo>
                    <a:pt x="93493" y="157162"/>
                  </a:moveTo>
                  <a:lnTo>
                    <a:pt x="80928" y="156449"/>
                  </a:lnTo>
                  <a:lnTo>
                    <a:pt x="68886" y="154371"/>
                  </a:lnTo>
                  <a:lnTo>
                    <a:pt x="57390" y="150987"/>
                  </a:lnTo>
                  <a:lnTo>
                    <a:pt x="46791" y="146491"/>
                  </a:lnTo>
                  <a:lnTo>
                    <a:pt x="137527" y="146491"/>
                  </a:lnTo>
                  <a:lnTo>
                    <a:pt x="129647" y="150987"/>
                  </a:lnTo>
                  <a:lnTo>
                    <a:pt x="93493" y="157162"/>
                  </a:lnTo>
                  <a:close/>
                </a:path>
                <a:path w="287020" h="228600">
                  <a:moveTo>
                    <a:pt x="282312" y="228600"/>
                  </a:moveTo>
                  <a:lnTo>
                    <a:pt x="279231" y="228600"/>
                  </a:lnTo>
                  <a:lnTo>
                    <a:pt x="271941" y="228161"/>
                  </a:lnTo>
                  <a:lnTo>
                    <a:pt x="240253" y="217929"/>
                  </a:lnTo>
                  <a:lnTo>
                    <a:pt x="286071" y="217929"/>
                  </a:lnTo>
                  <a:lnTo>
                    <a:pt x="286955" y="220697"/>
                  </a:lnTo>
                  <a:lnTo>
                    <a:pt x="285080" y="226590"/>
                  </a:lnTo>
                  <a:lnTo>
                    <a:pt x="282312" y="228600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562550" y="3160387"/>
            <a:ext cx="1732280" cy="44513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의사소통</a:t>
            </a:r>
            <a:r>
              <a:rPr sz="1350" b="1" spc="-13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85" dirty="0">
                <a:solidFill>
                  <a:srgbClr val="1D40AF"/>
                </a:solidFill>
                <a:latin typeface="Malgun Gothic"/>
                <a:cs typeface="Malgun Gothic"/>
              </a:rPr>
              <a:t>능력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효과적인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팀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의사소통과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75" dirty="0">
                <a:solidFill>
                  <a:srgbClr val="374050"/>
                </a:solidFill>
                <a:latin typeface="Dotum"/>
                <a:cs typeface="Dotum"/>
              </a:rPr>
              <a:t>피드백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143873" y="2952749"/>
            <a:ext cx="3286125" cy="876300"/>
            <a:chOff x="8143873" y="2952749"/>
            <a:chExt cx="3286125" cy="876300"/>
          </a:xfrm>
        </p:grpSpPr>
        <p:sp>
          <p:nvSpPr>
            <p:cNvPr id="15" name="object 15"/>
            <p:cNvSpPr/>
            <p:nvPr/>
          </p:nvSpPr>
          <p:spPr>
            <a:xfrm>
              <a:off x="8153398" y="2962274"/>
              <a:ext cx="3267075" cy="857250"/>
            </a:xfrm>
            <a:custGeom>
              <a:avLst/>
              <a:gdLst/>
              <a:ahLst/>
              <a:cxnLst/>
              <a:rect l="l" t="t" r="r" b="b"/>
              <a:pathLst>
                <a:path w="3267075" h="857250">
                  <a:moveTo>
                    <a:pt x="3204777" y="857249"/>
                  </a:moveTo>
                  <a:lnTo>
                    <a:pt x="62297" y="857249"/>
                  </a:lnTo>
                  <a:lnTo>
                    <a:pt x="57960" y="856822"/>
                  </a:lnTo>
                  <a:lnTo>
                    <a:pt x="22624" y="840816"/>
                  </a:lnTo>
                  <a:lnTo>
                    <a:pt x="2134" y="807875"/>
                  </a:lnTo>
                  <a:lnTo>
                    <a:pt x="0" y="794952"/>
                  </a:lnTo>
                  <a:lnTo>
                    <a:pt x="0" y="790574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400"/>
                  </a:lnTo>
                  <a:lnTo>
                    <a:pt x="62297" y="0"/>
                  </a:lnTo>
                  <a:lnTo>
                    <a:pt x="3204777" y="0"/>
                  </a:lnTo>
                  <a:lnTo>
                    <a:pt x="3241081" y="13668"/>
                  </a:lnTo>
                  <a:lnTo>
                    <a:pt x="3263674" y="45203"/>
                  </a:lnTo>
                  <a:lnTo>
                    <a:pt x="3267074" y="62297"/>
                  </a:lnTo>
                  <a:lnTo>
                    <a:pt x="3267074" y="794952"/>
                  </a:lnTo>
                  <a:lnTo>
                    <a:pt x="3253404" y="831257"/>
                  </a:lnTo>
                  <a:lnTo>
                    <a:pt x="3221868" y="853849"/>
                  </a:lnTo>
                  <a:lnTo>
                    <a:pt x="3209112" y="856822"/>
                  </a:lnTo>
                  <a:lnTo>
                    <a:pt x="3204777" y="857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53398" y="2962274"/>
              <a:ext cx="3267075" cy="857250"/>
            </a:xfrm>
            <a:custGeom>
              <a:avLst/>
              <a:gdLst/>
              <a:ahLst/>
              <a:cxnLst/>
              <a:rect l="l" t="t" r="r" b="b"/>
              <a:pathLst>
                <a:path w="3267075" h="857250">
                  <a:moveTo>
                    <a:pt x="0" y="7905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1"/>
                  </a:lnTo>
                  <a:lnTo>
                    <a:pt x="13668" y="25991"/>
                  </a:lnTo>
                  <a:lnTo>
                    <a:pt x="16433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400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200400" y="0"/>
                  </a:lnTo>
                  <a:lnTo>
                    <a:pt x="3204777" y="0"/>
                  </a:lnTo>
                  <a:lnTo>
                    <a:pt x="3209112" y="427"/>
                  </a:lnTo>
                  <a:lnTo>
                    <a:pt x="3213406" y="1281"/>
                  </a:lnTo>
                  <a:lnTo>
                    <a:pt x="3217700" y="2135"/>
                  </a:lnTo>
                  <a:lnTo>
                    <a:pt x="3221868" y="3400"/>
                  </a:lnTo>
                  <a:lnTo>
                    <a:pt x="3225913" y="5075"/>
                  </a:lnTo>
                  <a:lnTo>
                    <a:pt x="3229958" y="6750"/>
                  </a:lnTo>
                  <a:lnTo>
                    <a:pt x="3233800" y="8804"/>
                  </a:lnTo>
                  <a:lnTo>
                    <a:pt x="3237441" y="11236"/>
                  </a:lnTo>
                  <a:lnTo>
                    <a:pt x="3241081" y="13668"/>
                  </a:lnTo>
                  <a:lnTo>
                    <a:pt x="3255836" y="29631"/>
                  </a:lnTo>
                  <a:lnTo>
                    <a:pt x="3258270" y="33272"/>
                  </a:lnTo>
                  <a:lnTo>
                    <a:pt x="3267075" y="66674"/>
                  </a:lnTo>
                  <a:lnTo>
                    <a:pt x="3267075" y="790574"/>
                  </a:lnTo>
                  <a:lnTo>
                    <a:pt x="3255836" y="827617"/>
                  </a:lnTo>
                  <a:lnTo>
                    <a:pt x="3253404" y="831257"/>
                  </a:lnTo>
                  <a:lnTo>
                    <a:pt x="3221868" y="853849"/>
                  </a:lnTo>
                  <a:lnTo>
                    <a:pt x="3204777" y="857249"/>
                  </a:lnTo>
                  <a:lnTo>
                    <a:pt x="3200400" y="857249"/>
                  </a:lnTo>
                  <a:lnTo>
                    <a:pt x="66675" y="857249"/>
                  </a:lnTo>
                  <a:lnTo>
                    <a:pt x="62297" y="857249"/>
                  </a:lnTo>
                  <a:lnTo>
                    <a:pt x="57960" y="856822"/>
                  </a:lnTo>
                  <a:lnTo>
                    <a:pt x="22624" y="840816"/>
                  </a:lnTo>
                  <a:lnTo>
                    <a:pt x="5075" y="816089"/>
                  </a:lnTo>
                  <a:lnTo>
                    <a:pt x="3399" y="812045"/>
                  </a:lnTo>
                  <a:lnTo>
                    <a:pt x="2134" y="807875"/>
                  </a:lnTo>
                  <a:lnTo>
                    <a:pt x="1280" y="803582"/>
                  </a:lnTo>
                  <a:lnTo>
                    <a:pt x="426" y="799288"/>
                  </a:lnTo>
                  <a:lnTo>
                    <a:pt x="0" y="794952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96274" y="31051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5"/>
                  </a:lnTo>
                  <a:lnTo>
                    <a:pt x="126994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0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5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1D40A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439149" y="3276599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69030" y="71437"/>
                  </a:moveTo>
                  <a:lnTo>
                    <a:pt x="59557" y="71437"/>
                  </a:lnTo>
                  <a:lnTo>
                    <a:pt x="55000" y="70531"/>
                  </a:lnTo>
                  <a:lnTo>
                    <a:pt x="28574" y="40455"/>
                  </a:lnTo>
                  <a:lnTo>
                    <a:pt x="28574" y="30982"/>
                  </a:lnTo>
                  <a:lnTo>
                    <a:pt x="55000" y="906"/>
                  </a:lnTo>
                  <a:lnTo>
                    <a:pt x="59557" y="0"/>
                  </a:lnTo>
                  <a:lnTo>
                    <a:pt x="69030" y="0"/>
                  </a:lnTo>
                  <a:lnTo>
                    <a:pt x="99106" y="26425"/>
                  </a:lnTo>
                  <a:lnTo>
                    <a:pt x="100012" y="30982"/>
                  </a:lnTo>
                  <a:lnTo>
                    <a:pt x="100012" y="40455"/>
                  </a:lnTo>
                  <a:lnTo>
                    <a:pt x="73586" y="70531"/>
                  </a:lnTo>
                  <a:lnTo>
                    <a:pt x="69030" y="71437"/>
                  </a:lnTo>
                  <a:close/>
                </a:path>
                <a:path w="285750" h="228600">
                  <a:moveTo>
                    <a:pt x="233336" y="71437"/>
                  </a:moveTo>
                  <a:lnTo>
                    <a:pt x="223863" y="71437"/>
                  </a:lnTo>
                  <a:lnTo>
                    <a:pt x="219307" y="70531"/>
                  </a:lnTo>
                  <a:lnTo>
                    <a:pt x="192881" y="40455"/>
                  </a:lnTo>
                  <a:lnTo>
                    <a:pt x="192881" y="30982"/>
                  </a:lnTo>
                  <a:lnTo>
                    <a:pt x="219307" y="906"/>
                  </a:lnTo>
                  <a:lnTo>
                    <a:pt x="223863" y="0"/>
                  </a:lnTo>
                  <a:lnTo>
                    <a:pt x="233336" y="0"/>
                  </a:lnTo>
                  <a:lnTo>
                    <a:pt x="263412" y="26425"/>
                  </a:lnTo>
                  <a:lnTo>
                    <a:pt x="264318" y="30982"/>
                  </a:lnTo>
                  <a:lnTo>
                    <a:pt x="264318" y="40455"/>
                  </a:lnTo>
                  <a:lnTo>
                    <a:pt x="237892" y="70531"/>
                  </a:lnTo>
                  <a:lnTo>
                    <a:pt x="233336" y="71437"/>
                  </a:lnTo>
                  <a:close/>
                </a:path>
                <a:path w="285750" h="228600">
                  <a:moveTo>
                    <a:pt x="148558" y="142874"/>
                  </a:moveTo>
                  <a:lnTo>
                    <a:pt x="137191" y="142874"/>
                  </a:lnTo>
                  <a:lnTo>
                    <a:pt x="131723" y="141787"/>
                  </a:lnTo>
                  <a:lnTo>
                    <a:pt x="101100" y="111164"/>
                  </a:lnTo>
                  <a:lnTo>
                    <a:pt x="100012" y="105696"/>
                  </a:lnTo>
                  <a:lnTo>
                    <a:pt x="100012" y="94328"/>
                  </a:lnTo>
                  <a:lnTo>
                    <a:pt x="100862" y="90055"/>
                  </a:lnTo>
                  <a:lnTo>
                    <a:pt x="100978" y="89470"/>
                  </a:lnTo>
                  <a:lnTo>
                    <a:pt x="131723" y="58237"/>
                  </a:lnTo>
                  <a:lnTo>
                    <a:pt x="137191" y="57150"/>
                  </a:lnTo>
                  <a:lnTo>
                    <a:pt x="148558" y="57150"/>
                  </a:lnTo>
                  <a:lnTo>
                    <a:pt x="180299" y="78358"/>
                  </a:lnTo>
                  <a:lnTo>
                    <a:pt x="185737" y="94328"/>
                  </a:lnTo>
                  <a:lnTo>
                    <a:pt x="185737" y="105696"/>
                  </a:lnTo>
                  <a:lnTo>
                    <a:pt x="164528" y="137437"/>
                  </a:lnTo>
                  <a:lnTo>
                    <a:pt x="154026" y="141787"/>
                  </a:lnTo>
                  <a:lnTo>
                    <a:pt x="148558" y="142874"/>
                  </a:lnTo>
                  <a:close/>
                </a:path>
                <a:path w="285750" h="228600">
                  <a:moveTo>
                    <a:pt x="105102" y="142874"/>
                  </a:moveTo>
                  <a:lnTo>
                    <a:pt x="4286" y="142874"/>
                  </a:lnTo>
                  <a:lnTo>
                    <a:pt x="0" y="138588"/>
                  </a:lnTo>
                  <a:lnTo>
                    <a:pt x="0" y="133364"/>
                  </a:lnTo>
                  <a:lnTo>
                    <a:pt x="3745" y="114826"/>
                  </a:lnTo>
                  <a:lnTo>
                    <a:pt x="13958" y="99683"/>
                  </a:lnTo>
                  <a:lnTo>
                    <a:pt x="29101" y="89470"/>
                  </a:lnTo>
                  <a:lnTo>
                    <a:pt x="47639" y="85725"/>
                  </a:lnTo>
                  <a:lnTo>
                    <a:pt x="73803" y="85725"/>
                  </a:lnTo>
                  <a:lnTo>
                    <a:pt x="80353" y="87243"/>
                  </a:lnTo>
                  <a:lnTo>
                    <a:pt x="83996" y="88860"/>
                  </a:lnTo>
                  <a:lnTo>
                    <a:pt x="86617" y="90055"/>
                  </a:lnTo>
                  <a:lnTo>
                    <a:pt x="86037" y="93270"/>
                  </a:lnTo>
                  <a:lnTo>
                    <a:pt x="85769" y="96619"/>
                  </a:lnTo>
                  <a:lnTo>
                    <a:pt x="85769" y="100012"/>
                  </a:lnTo>
                  <a:lnTo>
                    <a:pt x="87126" y="112429"/>
                  </a:lnTo>
                  <a:lnTo>
                    <a:pt x="90999" y="123904"/>
                  </a:lnTo>
                  <a:lnTo>
                    <a:pt x="97090" y="134149"/>
                  </a:lnTo>
                  <a:lnTo>
                    <a:pt x="105102" y="142874"/>
                  </a:lnTo>
                  <a:close/>
                </a:path>
                <a:path w="285750" h="228600">
                  <a:moveTo>
                    <a:pt x="281463" y="142874"/>
                  </a:moveTo>
                  <a:lnTo>
                    <a:pt x="180647" y="142874"/>
                  </a:lnTo>
                  <a:lnTo>
                    <a:pt x="188678" y="134149"/>
                  </a:lnTo>
                  <a:lnTo>
                    <a:pt x="194767" y="123904"/>
                  </a:lnTo>
                  <a:lnTo>
                    <a:pt x="198629" y="112429"/>
                  </a:lnTo>
                  <a:lnTo>
                    <a:pt x="199980" y="100012"/>
                  </a:lnTo>
                  <a:lnTo>
                    <a:pt x="199980" y="96619"/>
                  </a:lnTo>
                  <a:lnTo>
                    <a:pt x="199763" y="94328"/>
                  </a:lnTo>
                  <a:lnTo>
                    <a:pt x="199660" y="93270"/>
                  </a:lnTo>
                  <a:lnTo>
                    <a:pt x="199132" y="90055"/>
                  </a:lnTo>
                  <a:lnTo>
                    <a:pt x="205204" y="87243"/>
                  </a:lnTo>
                  <a:lnTo>
                    <a:pt x="211946" y="85725"/>
                  </a:lnTo>
                  <a:lnTo>
                    <a:pt x="238110" y="85725"/>
                  </a:lnTo>
                  <a:lnTo>
                    <a:pt x="256648" y="89470"/>
                  </a:lnTo>
                  <a:lnTo>
                    <a:pt x="271791" y="99683"/>
                  </a:lnTo>
                  <a:lnTo>
                    <a:pt x="282004" y="114826"/>
                  </a:lnTo>
                  <a:lnTo>
                    <a:pt x="285750" y="133364"/>
                  </a:lnTo>
                  <a:lnTo>
                    <a:pt x="285750" y="138588"/>
                  </a:lnTo>
                  <a:lnTo>
                    <a:pt x="281463" y="142874"/>
                  </a:lnTo>
                  <a:close/>
                </a:path>
                <a:path w="285750" h="228600">
                  <a:moveTo>
                    <a:pt x="223286" y="228600"/>
                  </a:moveTo>
                  <a:lnTo>
                    <a:pt x="62507" y="228600"/>
                  </a:lnTo>
                  <a:lnTo>
                    <a:pt x="57150" y="223242"/>
                  </a:lnTo>
                  <a:lnTo>
                    <a:pt x="57150" y="216678"/>
                  </a:lnTo>
                  <a:lnTo>
                    <a:pt x="61828" y="193516"/>
                  </a:lnTo>
                  <a:lnTo>
                    <a:pt x="74585" y="174597"/>
                  </a:lnTo>
                  <a:lnTo>
                    <a:pt x="93503" y="161840"/>
                  </a:lnTo>
                  <a:lnTo>
                    <a:pt x="116666" y="157162"/>
                  </a:lnTo>
                  <a:lnTo>
                    <a:pt x="169083" y="157162"/>
                  </a:lnTo>
                  <a:lnTo>
                    <a:pt x="192246" y="161840"/>
                  </a:lnTo>
                  <a:lnTo>
                    <a:pt x="211164" y="174597"/>
                  </a:lnTo>
                  <a:lnTo>
                    <a:pt x="223921" y="193516"/>
                  </a:lnTo>
                  <a:lnTo>
                    <a:pt x="228600" y="216678"/>
                  </a:lnTo>
                  <a:lnTo>
                    <a:pt x="228600" y="223242"/>
                  </a:lnTo>
                  <a:lnTo>
                    <a:pt x="223286" y="228600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004200" y="3160387"/>
            <a:ext cx="1647189" cy="44513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50" b="1" spc="-285" dirty="0">
                <a:solidFill>
                  <a:srgbClr val="1D40AF"/>
                </a:solidFill>
                <a:latin typeface="Malgun Gothic"/>
                <a:cs typeface="Malgun Gothic"/>
              </a:rPr>
              <a:t>팀워크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공동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목표를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위한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협력과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55" dirty="0">
                <a:solidFill>
                  <a:srgbClr val="374050"/>
                </a:solidFill>
                <a:latin typeface="Dotum"/>
                <a:cs typeface="Dotum"/>
              </a:rPr>
              <a:t>조화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95824" y="4095749"/>
            <a:ext cx="3295650" cy="876300"/>
            <a:chOff x="4695824" y="4095749"/>
            <a:chExt cx="3295650" cy="876300"/>
          </a:xfrm>
        </p:grpSpPr>
        <p:sp>
          <p:nvSpPr>
            <p:cNvPr id="21" name="object 21"/>
            <p:cNvSpPr/>
            <p:nvPr/>
          </p:nvSpPr>
          <p:spPr>
            <a:xfrm>
              <a:off x="4705349" y="4105274"/>
              <a:ext cx="3276600" cy="857250"/>
            </a:xfrm>
            <a:custGeom>
              <a:avLst/>
              <a:gdLst/>
              <a:ahLst/>
              <a:cxnLst/>
              <a:rect l="l" t="t" r="r" b="b"/>
              <a:pathLst>
                <a:path w="3276600" h="857250">
                  <a:moveTo>
                    <a:pt x="3214302" y="857249"/>
                  </a:moveTo>
                  <a:lnTo>
                    <a:pt x="62296" y="857249"/>
                  </a:lnTo>
                  <a:lnTo>
                    <a:pt x="57960" y="856822"/>
                  </a:lnTo>
                  <a:lnTo>
                    <a:pt x="22623" y="840816"/>
                  </a:lnTo>
                  <a:lnTo>
                    <a:pt x="2134" y="807875"/>
                  </a:lnTo>
                  <a:lnTo>
                    <a:pt x="0" y="794952"/>
                  </a:lnTo>
                  <a:lnTo>
                    <a:pt x="0" y="7905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3214302" y="0"/>
                  </a:lnTo>
                  <a:lnTo>
                    <a:pt x="3250606" y="13668"/>
                  </a:lnTo>
                  <a:lnTo>
                    <a:pt x="3273198" y="45203"/>
                  </a:lnTo>
                  <a:lnTo>
                    <a:pt x="3276599" y="62296"/>
                  </a:lnTo>
                  <a:lnTo>
                    <a:pt x="3276599" y="794952"/>
                  </a:lnTo>
                  <a:lnTo>
                    <a:pt x="3262929" y="831256"/>
                  </a:lnTo>
                  <a:lnTo>
                    <a:pt x="3231394" y="853849"/>
                  </a:lnTo>
                  <a:lnTo>
                    <a:pt x="3218638" y="856822"/>
                  </a:lnTo>
                  <a:lnTo>
                    <a:pt x="3214302" y="857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05349" y="4105274"/>
              <a:ext cx="3276600" cy="857250"/>
            </a:xfrm>
            <a:custGeom>
              <a:avLst/>
              <a:gdLst/>
              <a:ahLst/>
              <a:cxnLst/>
              <a:rect l="l" t="t" r="r" b="b"/>
              <a:pathLst>
                <a:path w="3276600" h="857250">
                  <a:moveTo>
                    <a:pt x="0" y="7905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0" y="53666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3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66674" y="0"/>
                  </a:lnTo>
                  <a:lnTo>
                    <a:pt x="3209924" y="0"/>
                  </a:lnTo>
                  <a:lnTo>
                    <a:pt x="3214302" y="0"/>
                  </a:lnTo>
                  <a:lnTo>
                    <a:pt x="3218638" y="427"/>
                  </a:lnTo>
                  <a:lnTo>
                    <a:pt x="3222932" y="1281"/>
                  </a:lnTo>
                  <a:lnTo>
                    <a:pt x="3227225" y="2135"/>
                  </a:lnTo>
                  <a:lnTo>
                    <a:pt x="3231394" y="3399"/>
                  </a:lnTo>
                  <a:lnTo>
                    <a:pt x="3235438" y="5075"/>
                  </a:lnTo>
                  <a:lnTo>
                    <a:pt x="3239483" y="6750"/>
                  </a:lnTo>
                  <a:lnTo>
                    <a:pt x="3243326" y="8804"/>
                  </a:lnTo>
                  <a:lnTo>
                    <a:pt x="3246966" y="11236"/>
                  </a:lnTo>
                  <a:lnTo>
                    <a:pt x="3250606" y="13668"/>
                  </a:lnTo>
                  <a:lnTo>
                    <a:pt x="3253974" y="16433"/>
                  </a:lnTo>
                  <a:lnTo>
                    <a:pt x="3257070" y="19528"/>
                  </a:lnTo>
                  <a:lnTo>
                    <a:pt x="3260165" y="22624"/>
                  </a:lnTo>
                  <a:lnTo>
                    <a:pt x="3262929" y="25992"/>
                  </a:lnTo>
                  <a:lnTo>
                    <a:pt x="3265361" y="29632"/>
                  </a:lnTo>
                  <a:lnTo>
                    <a:pt x="3267793" y="33272"/>
                  </a:lnTo>
                  <a:lnTo>
                    <a:pt x="3276599" y="66674"/>
                  </a:lnTo>
                  <a:lnTo>
                    <a:pt x="3276599" y="790574"/>
                  </a:lnTo>
                  <a:lnTo>
                    <a:pt x="3265361" y="827616"/>
                  </a:lnTo>
                  <a:lnTo>
                    <a:pt x="3262929" y="831256"/>
                  </a:lnTo>
                  <a:lnTo>
                    <a:pt x="3246966" y="846012"/>
                  </a:lnTo>
                  <a:lnTo>
                    <a:pt x="3243326" y="848444"/>
                  </a:lnTo>
                  <a:lnTo>
                    <a:pt x="3209924" y="857249"/>
                  </a:lnTo>
                  <a:lnTo>
                    <a:pt x="66674" y="857249"/>
                  </a:lnTo>
                  <a:lnTo>
                    <a:pt x="62296" y="857249"/>
                  </a:lnTo>
                  <a:lnTo>
                    <a:pt x="57960" y="856822"/>
                  </a:lnTo>
                  <a:lnTo>
                    <a:pt x="53667" y="855968"/>
                  </a:lnTo>
                  <a:lnTo>
                    <a:pt x="49372" y="855114"/>
                  </a:lnTo>
                  <a:lnTo>
                    <a:pt x="19528" y="837720"/>
                  </a:lnTo>
                  <a:lnTo>
                    <a:pt x="16432" y="834625"/>
                  </a:lnTo>
                  <a:lnTo>
                    <a:pt x="13668" y="831256"/>
                  </a:lnTo>
                  <a:lnTo>
                    <a:pt x="11236" y="827616"/>
                  </a:lnTo>
                  <a:lnTo>
                    <a:pt x="8803" y="823976"/>
                  </a:lnTo>
                  <a:lnTo>
                    <a:pt x="6749" y="820134"/>
                  </a:lnTo>
                  <a:lnTo>
                    <a:pt x="5074" y="816089"/>
                  </a:lnTo>
                  <a:lnTo>
                    <a:pt x="3399" y="812045"/>
                  </a:lnTo>
                  <a:lnTo>
                    <a:pt x="2134" y="807875"/>
                  </a:lnTo>
                  <a:lnTo>
                    <a:pt x="1280" y="803582"/>
                  </a:lnTo>
                  <a:lnTo>
                    <a:pt x="427" y="799288"/>
                  </a:lnTo>
                  <a:lnTo>
                    <a:pt x="0" y="794953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48224" y="42481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1" y="395101"/>
                  </a:lnTo>
                  <a:lnTo>
                    <a:pt x="8563" y="355181"/>
                  </a:lnTo>
                  <a:lnTo>
                    <a:pt x="1375" y="313758"/>
                  </a:lnTo>
                  <a:lnTo>
                    <a:pt x="0" y="285749"/>
                  </a:lnTo>
                  <a:lnTo>
                    <a:pt x="343" y="271728"/>
                  </a:lnTo>
                  <a:lnTo>
                    <a:pt x="5490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7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0" y="344"/>
                  </a:lnTo>
                  <a:lnTo>
                    <a:pt x="341495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9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9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6" y="554796"/>
                  </a:lnTo>
                  <a:lnTo>
                    <a:pt x="341495" y="566008"/>
                  </a:lnTo>
                  <a:lnTo>
                    <a:pt x="299770" y="571156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1D40A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10149" y="4433887"/>
              <a:ext cx="257175" cy="200025"/>
            </a:xfrm>
            <a:custGeom>
              <a:avLst/>
              <a:gdLst/>
              <a:ahLst/>
              <a:cxnLst/>
              <a:rect l="l" t="t" r="r" b="b"/>
              <a:pathLst>
                <a:path w="257175" h="200025">
                  <a:moveTo>
                    <a:pt x="190470" y="200025"/>
                  </a:moveTo>
                  <a:lnTo>
                    <a:pt x="66704" y="200025"/>
                  </a:lnTo>
                  <a:lnTo>
                    <a:pt x="56815" y="198264"/>
                  </a:lnTo>
                  <a:lnTo>
                    <a:pt x="48371" y="193372"/>
                  </a:lnTo>
                  <a:lnTo>
                    <a:pt x="42060" y="185935"/>
                  </a:lnTo>
                  <a:lnTo>
                    <a:pt x="38576" y="176539"/>
                  </a:lnTo>
                  <a:lnTo>
                    <a:pt x="18171" y="64293"/>
                  </a:lnTo>
                  <a:lnTo>
                    <a:pt x="7992" y="64293"/>
                  </a:lnTo>
                  <a:lnTo>
                    <a:pt x="0" y="56301"/>
                  </a:lnTo>
                  <a:lnTo>
                    <a:pt x="0" y="36567"/>
                  </a:lnTo>
                  <a:lnTo>
                    <a:pt x="7992" y="28575"/>
                  </a:lnTo>
                  <a:lnTo>
                    <a:pt x="27726" y="28575"/>
                  </a:lnTo>
                  <a:lnTo>
                    <a:pt x="35718" y="36567"/>
                  </a:lnTo>
                  <a:lnTo>
                    <a:pt x="35718" y="50452"/>
                  </a:lnTo>
                  <a:lnTo>
                    <a:pt x="34379" y="54158"/>
                  </a:lnTo>
                  <a:lnTo>
                    <a:pt x="32146" y="57150"/>
                  </a:lnTo>
                  <a:lnTo>
                    <a:pt x="71928" y="88984"/>
                  </a:lnTo>
                  <a:lnTo>
                    <a:pt x="77742" y="91772"/>
                  </a:lnTo>
                  <a:lnTo>
                    <a:pt x="83916" y="91769"/>
                  </a:lnTo>
                  <a:lnTo>
                    <a:pt x="89521" y="89178"/>
                  </a:lnTo>
                  <a:lnTo>
                    <a:pt x="93627" y="84206"/>
                  </a:lnTo>
                  <a:lnTo>
                    <a:pt x="119211" y="33039"/>
                  </a:lnTo>
                  <a:lnTo>
                    <a:pt x="114121" y="29914"/>
                  </a:lnTo>
                  <a:lnTo>
                    <a:pt x="110728" y="24288"/>
                  </a:lnTo>
                  <a:lnTo>
                    <a:pt x="110728" y="7992"/>
                  </a:lnTo>
                  <a:lnTo>
                    <a:pt x="118720" y="0"/>
                  </a:lnTo>
                  <a:lnTo>
                    <a:pt x="138454" y="0"/>
                  </a:lnTo>
                  <a:lnTo>
                    <a:pt x="146446" y="7992"/>
                  </a:lnTo>
                  <a:lnTo>
                    <a:pt x="146446" y="24244"/>
                  </a:lnTo>
                  <a:lnTo>
                    <a:pt x="143053" y="29914"/>
                  </a:lnTo>
                  <a:lnTo>
                    <a:pt x="137963" y="33039"/>
                  </a:lnTo>
                  <a:lnTo>
                    <a:pt x="163547" y="84206"/>
                  </a:lnTo>
                  <a:lnTo>
                    <a:pt x="167653" y="89178"/>
                  </a:lnTo>
                  <a:lnTo>
                    <a:pt x="173258" y="91769"/>
                  </a:lnTo>
                  <a:lnTo>
                    <a:pt x="179432" y="91772"/>
                  </a:lnTo>
                  <a:lnTo>
                    <a:pt x="185246" y="88984"/>
                  </a:lnTo>
                  <a:lnTo>
                    <a:pt x="225028" y="57150"/>
                  </a:lnTo>
                  <a:lnTo>
                    <a:pt x="222795" y="54158"/>
                  </a:lnTo>
                  <a:lnTo>
                    <a:pt x="221456" y="50452"/>
                  </a:lnTo>
                  <a:lnTo>
                    <a:pt x="221456" y="36567"/>
                  </a:lnTo>
                  <a:lnTo>
                    <a:pt x="229448" y="28575"/>
                  </a:lnTo>
                  <a:lnTo>
                    <a:pt x="249182" y="28575"/>
                  </a:lnTo>
                  <a:lnTo>
                    <a:pt x="257175" y="36567"/>
                  </a:lnTo>
                  <a:lnTo>
                    <a:pt x="257175" y="56301"/>
                  </a:lnTo>
                  <a:lnTo>
                    <a:pt x="249182" y="64293"/>
                  </a:lnTo>
                  <a:lnTo>
                    <a:pt x="239003" y="64293"/>
                  </a:lnTo>
                  <a:lnTo>
                    <a:pt x="218598" y="176539"/>
                  </a:lnTo>
                  <a:lnTo>
                    <a:pt x="215088" y="185954"/>
                  </a:lnTo>
                  <a:lnTo>
                    <a:pt x="208770" y="193389"/>
                  </a:lnTo>
                  <a:lnTo>
                    <a:pt x="200334" y="198270"/>
                  </a:lnTo>
                  <a:lnTo>
                    <a:pt x="190470" y="200025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62550" y="4303387"/>
            <a:ext cx="1609725" cy="44513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50" b="1" spc="-285" dirty="0">
                <a:solidFill>
                  <a:srgbClr val="1D40AF"/>
                </a:solidFill>
                <a:latin typeface="Malgun Gothic"/>
                <a:cs typeface="Malgun Gothic"/>
              </a:rPr>
              <a:t>리더십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상황별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리더십과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책임감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374050"/>
                </a:solidFill>
                <a:latin typeface="Dotum"/>
                <a:cs typeface="Dotum"/>
              </a:rPr>
              <a:t>향상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143873" y="4095749"/>
            <a:ext cx="3286125" cy="876300"/>
            <a:chOff x="8143873" y="4095749"/>
            <a:chExt cx="3286125" cy="876300"/>
          </a:xfrm>
        </p:grpSpPr>
        <p:sp>
          <p:nvSpPr>
            <p:cNvPr id="27" name="object 27"/>
            <p:cNvSpPr/>
            <p:nvPr/>
          </p:nvSpPr>
          <p:spPr>
            <a:xfrm>
              <a:off x="8153398" y="4105274"/>
              <a:ext cx="3267075" cy="857250"/>
            </a:xfrm>
            <a:custGeom>
              <a:avLst/>
              <a:gdLst/>
              <a:ahLst/>
              <a:cxnLst/>
              <a:rect l="l" t="t" r="r" b="b"/>
              <a:pathLst>
                <a:path w="3267075" h="857250">
                  <a:moveTo>
                    <a:pt x="3204777" y="857249"/>
                  </a:moveTo>
                  <a:lnTo>
                    <a:pt x="62297" y="857249"/>
                  </a:lnTo>
                  <a:lnTo>
                    <a:pt x="57960" y="856822"/>
                  </a:lnTo>
                  <a:lnTo>
                    <a:pt x="22624" y="840816"/>
                  </a:lnTo>
                  <a:lnTo>
                    <a:pt x="2134" y="807875"/>
                  </a:lnTo>
                  <a:lnTo>
                    <a:pt x="0" y="794952"/>
                  </a:lnTo>
                  <a:lnTo>
                    <a:pt x="0" y="7905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3204777" y="0"/>
                  </a:lnTo>
                  <a:lnTo>
                    <a:pt x="3241081" y="13668"/>
                  </a:lnTo>
                  <a:lnTo>
                    <a:pt x="3263674" y="45203"/>
                  </a:lnTo>
                  <a:lnTo>
                    <a:pt x="3267074" y="62296"/>
                  </a:lnTo>
                  <a:lnTo>
                    <a:pt x="3267074" y="794952"/>
                  </a:lnTo>
                  <a:lnTo>
                    <a:pt x="3253404" y="831256"/>
                  </a:lnTo>
                  <a:lnTo>
                    <a:pt x="3221868" y="853849"/>
                  </a:lnTo>
                  <a:lnTo>
                    <a:pt x="3209112" y="856822"/>
                  </a:lnTo>
                  <a:lnTo>
                    <a:pt x="3204777" y="857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53398" y="4105274"/>
              <a:ext cx="3267075" cy="857250"/>
            </a:xfrm>
            <a:custGeom>
              <a:avLst/>
              <a:gdLst/>
              <a:ahLst/>
              <a:cxnLst/>
              <a:rect l="l" t="t" r="r" b="b"/>
              <a:pathLst>
                <a:path w="3267075" h="857250">
                  <a:moveTo>
                    <a:pt x="0" y="7905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6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2"/>
                  </a:lnTo>
                  <a:lnTo>
                    <a:pt x="13668" y="25992"/>
                  </a:lnTo>
                  <a:lnTo>
                    <a:pt x="16433" y="22624"/>
                  </a:lnTo>
                  <a:lnTo>
                    <a:pt x="19529" y="19528"/>
                  </a:lnTo>
                  <a:lnTo>
                    <a:pt x="22624" y="16433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66675" y="0"/>
                  </a:lnTo>
                  <a:lnTo>
                    <a:pt x="3200400" y="0"/>
                  </a:lnTo>
                  <a:lnTo>
                    <a:pt x="3204777" y="0"/>
                  </a:lnTo>
                  <a:lnTo>
                    <a:pt x="3209112" y="427"/>
                  </a:lnTo>
                  <a:lnTo>
                    <a:pt x="3213406" y="1281"/>
                  </a:lnTo>
                  <a:lnTo>
                    <a:pt x="3217700" y="2135"/>
                  </a:lnTo>
                  <a:lnTo>
                    <a:pt x="3221868" y="3399"/>
                  </a:lnTo>
                  <a:lnTo>
                    <a:pt x="3225913" y="5075"/>
                  </a:lnTo>
                  <a:lnTo>
                    <a:pt x="3229958" y="6750"/>
                  </a:lnTo>
                  <a:lnTo>
                    <a:pt x="3233800" y="8804"/>
                  </a:lnTo>
                  <a:lnTo>
                    <a:pt x="3237441" y="11236"/>
                  </a:lnTo>
                  <a:lnTo>
                    <a:pt x="3241081" y="13668"/>
                  </a:lnTo>
                  <a:lnTo>
                    <a:pt x="3255836" y="29632"/>
                  </a:lnTo>
                  <a:lnTo>
                    <a:pt x="3258270" y="33272"/>
                  </a:lnTo>
                  <a:lnTo>
                    <a:pt x="3260323" y="37114"/>
                  </a:lnTo>
                  <a:lnTo>
                    <a:pt x="3261998" y="41159"/>
                  </a:lnTo>
                  <a:lnTo>
                    <a:pt x="3263674" y="45203"/>
                  </a:lnTo>
                  <a:lnTo>
                    <a:pt x="3267075" y="66674"/>
                  </a:lnTo>
                  <a:lnTo>
                    <a:pt x="3267075" y="790574"/>
                  </a:lnTo>
                  <a:lnTo>
                    <a:pt x="3255836" y="827616"/>
                  </a:lnTo>
                  <a:lnTo>
                    <a:pt x="3253404" y="831256"/>
                  </a:lnTo>
                  <a:lnTo>
                    <a:pt x="3237441" y="846012"/>
                  </a:lnTo>
                  <a:lnTo>
                    <a:pt x="3233800" y="848444"/>
                  </a:lnTo>
                  <a:lnTo>
                    <a:pt x="3200400" y="857249"/>
                  </a:lnTo>
                  <a:lnTo>
                    <a:pt x="66675" y="857249"/>
                  </a:lnTo>
                  <a:lnTo>
                    <a:pt x="62297" y="857249"/>
                  </a:lnTo>
                  <a:lnTo>
                    <a:pt x="57960" y="856822"/>
                  </a:lnTo>
                  <a:lnTo>
                    <a:pt x="53667" y="855968"/>
                  </a:lnTo>
                  <a:lnTo>
                    <a:pt x="49373" y="855114"/>
                  </a:lnTo>
                  <a:lnTo>
                    <a:pt x="16433" y="834625"/>
                  </a:lnTo>
                  <a:lnTo>
                    <a:pt x="5075" y="816089"/>
                  </a:lnTo>
                  <a:lnTo>
                    <a:pt x="3399" y="812045"/>
                  </a:lnTo>
                  <a:lnTo>
                    <a:pt x="2134" y="807875"/>
                  </a:lnTo>
                  <a:lnTo>
                    <a:pt x="1280" y="803582"/>
                  </a:lnTo>
                  <a:lnTo>
                    <a:pt x="426" y="799288"/>
                  </a:lnTo>
                  <a:lnTo>
                    <a:pt x="0" y="794953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96274" y="42481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4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89" y="230002"/>
                  </a:lnTo>
                  <a:lnTo>
                    <a:pt x="16702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8" y="344"/>
                  </a:lnTo>
                  <a:lnTo>
                    <a:pt x="285749" y="0"/>
                  </a:lnTo>
                  <a:lnTo>
                    <a:pt x="299770" y="344"/>
                  </a:lnTo>
                  <a:lnTo>
                    <a:pt x="341496" y="5490"/>
                  </a:lnTo>
                  <a:lnTo>
                    <a:pt x="382016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6" y="382015"/>
                  </a:lnTo>
                  <a:lnTo>
                    <a:pt x="537758" y="420451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5" y="566008"/>
                  </a:lnTo>
                  <a:lnTo>
                    <a:pt x="299771" y="571156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1D40A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39149" y="4448174"/>
              <a:ext cx="285750" cy="171450"/>
            </a:xfrm>
            <a:custGeom>
              <a:avLst/>
              <a:gdLst/>
              <a:ahLst/>
              <a:cxnLst/>
              <a:rect l="l" t="t" r="r" b="b"/>
              <a:pathLst>
                <a:path w="285750" h="171450">
                  <a:moveTo>
                    <a:pt x="125969" y="171410"/>
                  </a:moveTo>
                  <a:lnTo>
                    <a:pt x="117847" y="170210"/>
                  </a:lnTo>
                  <a:lnTo>
                    <a:pt x="110549" y="165824"/>
                  </a:lnTo>
                  <a:lnTo>
                    <a:pt x="69740" y="128587"/>
                  </a:lnTo>
                  <a:lnTo>
                    <a:pt x="57150" y="128587"/>
                  </a:lnTo>
                  <a:lnTo>
                    <a:pt x="57150" y="28575"/>
                  </a:lnTo>
                  <a:lnTo>
                    <a:pt x="96576" y="2321"/>
                  </a:lnTo>
                  <a:lnTo>
                    <a:pt x="96890" y="2321"/>
                  </a:lnTo>
                  <a:lnTo>
                    <a:pt x="104477" y="0"/>
                  </a:lnTo>
                  <a:lnTo>
                    <a:pt x="118318" y="0"/>
                  </a:lnTo>
                  <a:lnTo>
                    <a:pt x="124122" y="1160"/>
                  </a:lnTo>
                  <a:lnTo>
                    <a:pt x="129301" y="3348"/>
                  </a:lnTo>
                  <a:lnTo>
                    <a:pt x="92154" y="33397"/>
                  </a:lnTo>
                  <a:lnTo>
                    <a:pt x="84355" y="42699"/>
                  </a:lnTo>
                  <a:lnTo>
                    <a:pt x="80696" y="53868"/>
                  </a:lnTo>
                  <a:lnTo>
                    <a:pt x="81315" y="65008"/>
                  </a:lnTo>
                  <a:lnTo>
                    <a:pt x="81348" y="65606"/>
                  </a:lnTo>
                  <a:lnTo>
                    <a:pt x="86484" y="76616"/>
                  </a:lnTo>
                  <a:lnTo>
                    <a:pt x="95983" y="85254"/>
                  </a:lnTo>
                  <a:lnTo>
                    <a:pt x="107664" y="89330"/>
                  </a:lnTo>
                  <a:lnTo>
                    <a:pt x="181109" y="89330"/>
                  </a:lnTo>
                  <a:lnTo>
                    <a:pt x="214491" y="119925"/>
                  </a:lnTo>
                  <a:lnTo>
                    <a:pt x="219490" y="126802"/>
                  </a:lnTo>
                  <a:lnTo>
                    <a:pt x="221400" y="134793"/>
                  </a:lnTo>
                  <a:lnTo>
                    <a:pt x="220179" y="142918"/>
                  </a:lnTo>
                  <a:lnTo>
                    <a:pt x="215785" y="150197"/>
                  </a:lnTo>
                  <a:lnTo>
                    <a:pt x="211372" y="153545"/>
                  </a:lnTo>
                  <a:lnTo>
                    <a:pt x="188059" y="153545"/>
                  </a:lnTo>
                  <a:lnTo>
                    <a:pt x="187580" y="154889"/>
                  </a:lnTo>
                  <a:lnTo>
                    <a:pt x="187455" y="155242"/>
                  </a:lnTo>
                  <a:lnTo>
                    <a:pt x="145777" y="155242"/>
                  </a:lnTo>
                  <a:lnTo>
                    <a:pt x="144928" y="158546"/>
                  </a:lnTo>
                  <a:lnTo>
                    <a:pt x="143276" y="161716"/>
                  </a:lnTo>
                  <a:lnTo>
                    <a:pt x="140821" y="164440"/>
                  </a:lnTo>
                  <a:lnTo>
                    <a:pt x="133950" y="169472"/>
                  </a:lnTo>
                  <a:lnTo>
                    <a:pt x="125969" y="171410"/>
                  </a:lnTo>
                  <a:close/>
                </a:path>
                <a:path w="285750" h="171450">
                  <a:moveTo>
                    <a:pt x="109656" y="75160"/>
                  </a:moveTo>
                  <a:lnTo>
                    <a:pt x="103249" y="72922"/>
                  </a:lnTo>
                  <a:lnTo>
                    <a:pt x="98047" y="68178"/>
                  </a:lnTo>
                  <a:lnTo>
                    <a:pt x="95227" y="62144"/>
                  </a:lnTo>
                  <a:lnTo>
                    <a:pt x="94872" y="55704"/>
                  </a:lnTo>
                  <a:lnTo>
                    <a:pt x="96886" y="49574"/>
                  </a:lnTo>
                  <a:lnTo>
                    <a:pt x="101173" y="44469"/>
                  </a:lnTo>
                  <a:lnTo>
                    <a:pt x="144393" y="9465"/>
                  </a:lnTo>
                  <a:lnTo>
                    <a:pt x="150412" y="5405"/>
                  </a:lnTo>
                  <a:lnTo>
                    <a:pt x="157243" y="2321"/>
                  </a:lnTo>
                  <a:lnTo>
                    <a:pt x="157432" y="2321"/>
                  </a:lnTo>
                  <a:lnTo>
                    <a:pt x="163957" y="618"/>
                  </a:lnTo>
                  <a:lnTo>
                    <a:pt x="171182" y="0"/>
                  </a:lnTo>
                  <a:lnTo>
                    <a:pt x="179308" y="0"/>
                  </a:lnTo>
                  <a:lnTo>
                    <a:pt x="187300" y="2321"/>
                  </a:lnTo>
                  <a:lnTo>
                    <a:pt x="228287" y="28575"/>
                  </a:lnTo>
                  <a:lnTo>
                    <a:pt x="228600" y="28575"/>
                  </a:lnTo>
                  <a:lnTo>
                    <a:pt x="228600" y="34781"/>
                  </a:lnTo>
                  <a:lnTo>
                    <a:pt x="170199" y="34781"/>
                  </a:lnTo>
                  <a:lnTo>
                    <a:pt x="122738" y="71660"/>
                  </a:lnTo>
                  <a:lnTo>
                    <a:pt x="116431" y="74777"/>
                  </a:lnTo>
                  <a:lnTo>
                    <a:pt x="109656" y="75160"/>
                  </a:lnTo>
                  <a:close/>
                </a:path>
                <a:path w="285750" h="171450">
                  <a:moveTo>
                    <a:pt x="228600" y="112871"/>
                  </a:moveTo>
                  <a:lnTo>
                    <a:pt x="166560" y="55704"/>
                  </a:lnTo>
                  <a:lnTo>
                    <a:pt x="175870" y="48488"/>
                  </a:lnTo>
                  <a:lnTo>
                    <a:pt x="178995" y="46032"/>
                  </a:lnTo>
                  <a:lnTo>
                    <a:pt x="179576" y="41567"/>
                  </a:lnTo>
                  <a:lnTo>
                    <a:pt x="174664" y="35316"/>
                  </a:lnTo>
                  <a:lnTo>
                    <a:pt x="170199" y="34781"/>
                  </a:lnTo>
                  <a:lnTo>
                    <a:pt x="228600" y="34781"/>
                  </a:lnTo>
                  <a:lnTo>
                    <a:pt x="228600" y="112871"/>
                  </a:lnTo>
                  <a:close/>
                </a:path>
                <a:path w="285750" h="171450">
                  <a:moveTo>
                    <a:pt x="181109" y="89330"/>
                  </a:moveTo>
                  <a:lnTo>
                    <a:pt x="107664" y="89330"/>
                  </a:lnTo>
                  <a:lnTo>
                    <a:pt x="120005" y="88634"/>
                  </a:lnTo>
                  <a:lnTo>
                    <a:pt x="131489" y="82956"/>
                  </a:lnTo>
                  <a:lnTo>
                    <a:pt x="154572" y="65008"/>
                  </a:lnTo>
                  <a:lnTo>
                    <a:pt x="181109" y="89330"/>
                  </a:lnTo>
                  <a:close/>
                </a:path>
                <a:path w="285750" h="171450">
                  <a:moveTo>
                    <a:pt x="202441" y="157028"/>
                  </a:moveTo>
                  <a:lnTo>
                    <a:pt x="195022" y="156589"/>
                  </a:lnTo>
                  <a:lnTo>
                    <a:pt x="188059" y="153545"/>
                  </a:lnTo>
                  <a:lnTo>
                    <a:pt x="211372" y="153545"/>
                  </a:lnTo>
                  <a:lnTo>
                    <a:pt x="209601" y="154889"/>
                  </a:lnTo>
                  <a:lnTo>
                    <a:pt x="202441" y="157028"/>
                  </a:lnTo>
                  <a:close/>
                </a:path>
                <a:path w="285750" h="171450">
                  <a:moveTo>
                    <a:pt x="168771" y="167822"/>
                  </a:moveTo>
                  <a:lnTo>
                    <a:pt x="160646" y="166601"/>
                  </a:lnTo>
                  <a:lnTo>
                    <a:pt x="153367" y="162207"/>
                  </a:lnTo>
                  <a:lnTo>
                    <a:pt x="145777" y="155242"/>
                  </a:lnTo>
                  <a:lnTo>
                    <a:pt x="187455" y="155242"/>
                  </a:lnTo>
                  <a:lnTo>
                    <a:pt x="187121" y="156180"/>
                  </a:lnTo>
                  <a:lnTo>
                    <a:pt x="185751" y="158546"/>
                  </a:lnTo>
                  <a:lnTo>
                    <a:pt x="185648" y="158725"/>
                  </a:lnTo>
                  <a:lnTo>
                    <a:pt x="183639" y="160912"/>
                  </a:lnTo>
                  <a:lnTo>
                    <a:pt x="176882" y="165824"/>
                  </a:lnTo>
                  <a:lnTo>
                    <a:pt x="177129" y="165824"/>
                  </a:lnTo>
                  <a:lnTo>
                    <a:pt x="168771" y="167822"/>
                  </a:lnTo>
                  <a:close/>
                </a:path>
                <a:path w="285750" h="171450">
                  <a:moveTo>
                    <a:pt x="36477" y="142875"/>
                  </a:moveTo>
                  <a:lnTo>
                    <a:pt x="6384" y="142875"/>
                  </a:lnTo>
                  <a:lnTo>
                    <a:pt x="0" y="136490"/>
                  </a:lnTo>
                  <a:lnTo>
                    <a:pt x="0" y="31789"/>
                  </a:lnTo>
                  <a:lnTo>
                    <a:pt x="3214" y="28575"/>
                  </a:lnTo>
                  <a:lnTo>
                    <a:pt x="42862" y="28575"/>
                  </a:lnTo>
                  <a:lnTo>
                    <a:pt x="42862" y="114300"/>
                  </a:lnTo>
                  <a:lnTo>
                    <a:pt x="19458" y="114300"/>
                  </a:lnTo>
                  <a:lnTo>
                    <a:pt x="17774" y="114997"/>
                  </a:lnTo>
                  <a:lnTo>
                    <a:pt x="14984" y="117787"/>
                  </a:lnTo>
                  <a:lnTo>
                    <a:pt x="14287" y="119471"/>
                  </a:lnTo>
                  <a:lnTo>
                    <a:pt x="14287" y="123416"/>
                  </a:lnTo>
                  <a:lnTo>
                    <a:pt x="14984" y="125100"/>
                  </a:lnTo>
                  <a:lnTo>
                    <a:pt x="17774" y="127890"/>
                  </a:lnTo>
                  <a:lnTo>
                    <a:pt x="19458" y="128587"/>
                  </a:lnTo>
                  <a:lnTo>
                    <a:pt x="42862" y="128587"/>
                  </a:lnTo>
                  <a:lnTo>
                    <a:pt x="42862" y="136490"/>
                  </a:lnTo>
                  <a:lnTo>
                    <a:pt x="36477" y="142875"/>
                  </a:lnTo>
                  <a:close/>
                </a:path>
                <a:path w="285750" h="171450">
                  <a:moveTo>
                    <a:pt x="42862" y="128587"/>
                  </a:moveTo>
                  <a:lnTo>
                    <a:pt x="23403" y="128587"/>
                  </a:lnTo>
                  <a:lnTo>
                    <a:pt x="25087" y="127890"/>
                  </a:lnTo>
                  <a:lnTo>
                    <a:pt x="27877" y="125100"/>
                  </a:lnTo>
                  <a:lnTo>
                    <a:pt x="28574" y="123416"/>
                  </a:lnTo>
                  <a:lnTo>
                    <a:pt x="28574" y="119471"/>
                  </a:lnTo>
                  <a:lnTo>
                    <a:pt x="27877" y="117787"/>
                  </a:lnTo>
                  <a:lnTo>
                    <a:pt x="25087" y="114997"/>
                  </a:lnTo>
                  <a:lnTo>
                    <a:pt x="23403" y="114300"/>
                  </a:lnTo>
                  <a:lnTo>
                    <a:pt x="42862" y="114300"/>
                  </a:lnTo>
                  <a:lnTo>
                    <a:pt x="42862" y="128587"/>
                  </a:lnTo>
                  <a:close/>
                </a:path>
                <a:path w="285750" h="171450">
                  <a:moveTo>
                    <a:pt x="279365" y="142875"/>
                  </a:moveTo>
                  <a:lnTo>
                    <a:pt x="249272" y="142875"/>
                  </a:lnTo>
                  <a:lnTo>
                    <a:pt x="242887" y="136490"/>
                  </a:lnTo>
                  <a:lnTo>
                    <a:pt x="242887" y="28575"/>
                  </a:lnTo>
                  <a:lnTo>
                    <a:pt x="282535" y="28575"/>
                  </a:lnTo>
                  <a:lnTo>
                    <a:pt x="285750" y="31789"/>
                  </a:lnTo>
                  <a:lnTo>
                    <a:pt x="285750" y="114300"/>
                  </a:lnTo>
                  <a:lnTo>
                    <a:pt x="262346" y="114300"/>
                  </a:lnTo>
                  <a:lnTo>
                    <a:pt x="260662" y="114997"/>
                  </a:lnTo>
                  <a:lnTo>
                    <a:pt x="257872" y="117787"/>
                  </a:lnTo>
                  <a:lnTo>
                    <a:pt x="257174" y="119471"/>
                  </a:lnTo>
                  <a:lnTo>
                    <a:pt x="257174" y="123416"/>
                  </a:lnTo>
                  <a:lnTo>
                    <a:pt x="257872" y="125100"/>
                  </a:lnTo>
                  <a:lnTo>
                    <a:pt x="260662" y="127890"/>
                  </a:lnTo>
                  <a:lnTo>
                    <a:pt x="262346" y="128587"/>
                  </a:lnTo>
                  <a:lnTo>
                    <a:pt x="285750" y="128587"/>
                  </a:lnTo>
                  <a:lnTo>
                    <a:pt x="285750" y="136490"/>
                  </a:lnTo>
                  <a:lnTo>
                    <a:pt x="279365" y="142875"/>
                  </a:lnTo>
                  <a:close/>
                </a:path>
                <a:path w="285750" h="171450">
                  <a:moveTo>
                    <a:pt x="285750" y="128587"/>
                  </a:moveTo>
                  <a:lnTo>
                    <a:pt x="266291" y="128587"/>
                  </a:lnTo>
                  <a:lnTo>
                    <a:pt x="267975" y="127890"/>
                  </a:lnTo>
                  <a:lnTo>
                    <a:pt x="270765" y="125100"/>
                  </a:lnTo>
                  <a:lnTo>
                    <a:pt x="271462" y="123416"/>
                  </a:lnTo>
                  <a:lnTo>
                    <a:pt x="271462" y="119471"/>
                  </a:lnTo>
                  <a:lnTo>
                    <a:pt x="270765" y="117787"/>
                  </a:lnTo>
                  <a:lnTo>
                    <a:pt x="267975" y="114997"/>
                  </a:lnTo>
                  <a:lnTo>
                    <a:pt x="266291" y="114300"/>
                  </a:lnTo>
                  <a:lnTo>
                    <a:pt x="285750" y="114300"/>
                  </a:lnTo>
                  <a:lnTo>
                    <a:pt x="285750" y="128587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9004200" y="4303387"/>
            <a:ext cx="1524635" cy="44513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갈등</a:t>
            </a:r>
            <a:r>
              <a:rPr sz="1350" b="1" spc="-13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해결</a:t>
            </a:r>
            <a:r>
              <a:rPr sz="1350" b="1" spc="-13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85" dirty="0">
                <a:solidFill>
                  <a:srgbClr val="1D40AF"/>
                </a:solidFill>
                <a:latin typeface="Malgun Gothic"/>
                <a:cs typeface="Malgun Gothic"/>
              </a:rPr>
              <a:t>능력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상호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이해와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문제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해결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60" dirty="0">
                <a:solidFill>
                  <a:srgbClr val="374050"/>
                </a:solidFill>
                <a:latin typeface="Dotum"/>
                <a:cs typeface="Dotum"/>
              </a:rPr>
              <a:t>전략</a:t>
            </a:r>
            <a:endParaRPr sz="1150">
              <a:latin typeface="Dotum"/>
              <a:cs typeface="Dotum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66800" y="22479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375046" y="571500"/>
                </a:moveTo>
                <a:lnTo>
                  <a:pt x="311646" y="571500"/>
                </a:lnTo>
                <a:lnTo>
                  <a:pt x="301572" y="569462"/>
                </a:lnTo>
                <a:lnTo>
                  <a:pt x="293340" y="563909"/>
                </a:lnTo>
                <a:lnTo>
                  <a:pt x="287787" y="555677"/>
                </a:lnTo>
                <a:lnTo>
                  <a:pt x="285750" y="545603"/>
                </a:lnTo>
                <a:lnTo>
                  <a:pt x="286890" y="538158"/>
                </a:lnTo>
                <a:lnTo>
                  <a:pt x="290019" y="531330"/>
                </a:lnTo>
                <a:lnTo>
                  <a:pt x="294697" y="525276"/>
                </a:lnTo>
                <a:lnTo>
                  <a:pt x="300483" y="520154"/>
                </a:lnTo>
                <a:lnTo>
                  <a:pt x="309225" y="512215"/>
                </a:lnTo>
                <a:lnTo>
                  <a:pt x="315831" y="503104"/>
                </a:lnTo>
                <a:lnTo>
                  <a:pt x="320010" y="493030"/>
                </a:lnTo>
                <a:lnTo>
                  <a:pt x="321468" y="482203"/>
                </a:lnTo>
                <a:lnTo>
                  <a:pt x="315847" y="461352"/>
                </a:lnTo>
                <a:lnTo>
                  <a:pt x="300525" y="444321"/>
                </a:lnTo>
                <a:lnTo>
                  <a:pt x="277816" y="432836"/>
                </a:lnTo>
                <a:lnTo>
                  <a:pt x="250031" y="428625"/>
                </a:lnTo>
                <a:lnTo>
                  <a:pt x="222246" y="432836"/>
                </a:lnTo>
                <a:lnTo>
                  <a:pt x="199536" y="444321"/>
                </a:lnTo>
                <a:lnTo>
                  <a:pt x="184214" y="461352"/>
                </a:lnTo>
                <a:lnTo>
                  <a:pt x="178593" y="482203"/>
                </a:lnTo>
                <a:lnTo>
                  <a:pt x="180051" y="493030"/>
                </a:lnTo>
                <a:lnTo>
                  <a:pt x="184230" y="503104"/>
                </a:lnTo>
                <a:lnTo>
                  <a:pt x="190837" y="512215"/>
                </a:lnTo>
                <a:lnTo>
                  <a:pt x="199578" y="520154"/>
                </a:lnTo>
                <a:lnTo>
                  <a:pt x="205365" y="525276"/>
                </a:lnTo>
                <a:lnTo>
                  <a:pt x="210042" y="531330"/>
                </a:lnTo>
                <a:lnTo>
                  <a:pt x="213171" y="538158"/>
                </a:lnTo>
                <a:lnTo>
                  <a:pt x="214312" y="545603"/>
                </a:lnTo>
                <a:lnTo>
                  <a:pt x="212275" y="555677"/>
                </a:lnTo>
                <a:lnTo>
                  <a:pt x="206722" y="563909"/>
                </a:lnTo>
                <a:lnTo>
                  <a:pt x="198490" y="569462"/>
                </a:lnTo>
                <a:lnTo>
                  <a:pt x="188416" y="571500"/>
                </a:lnTo>
                <a:lnTo>
                  <a:pt x="53578" y="571500"/>
                </a:lnTo>
                <a:lnTo>
                  <a:pt x="32727" y="567288"/>
                </a:lnTo>
                <a:lnTo>
                  <a:pt x="15696" y="555803"/>
                </a:lnTo>
                <a:lnTo>
                  <a:pt x="4211" y="538772"/>
                </a:lnTo>
                <a:lnTo>
                  <a:pt x="0" y="517921"/>
                </a:lnTo>
                <a:lnTo>
                  <a:pt x="0" y="383083"/>
                </a:lnTo>
                <a:lnTo>
                  <a:pt x="2037" y="373009"/>
                </a:lnTo>
                <a:lnTo>
                  <a:pt x="7590" y="364777"/>
                </a:lnTo>
                <a:lnTo>
                  <a:pt x="15822" y="359224"/>
                </a:lnTo>
                <a:lnTo>
                  <a:pt x="25896" y="357187"/>
                </a:lnTo>
                <a:lnTo>
                  <a:pt x="33341" y="358328"/>
                </a:lnTo>
                <a:lnTo>
                  <a:pt x="40169" y="361457"/>
                </a:lnTo>
                <a:lnTo>
                  <a:pt x="46223" y="366134"/>
                </a:lnTo>
                <a:lnTo>
                  <a:pt x="51345" y="371921"/>
                </a:lnTo>
                <a:lnTo>
                  <a:pt x="59284" y="380662"/>
                </a:lnTo>
                <a:lnTo>
                  <a:pt x="68395" y="387269"/>
                </a:lnTo>
                <a:lnTo>
                  <a:pt x="78469" y="391448"/>
                </a:lnTo>
                <a:lnTo>
                  <a:pt x="89296" y="392906"/>
                </a:lnTo>
                <a:lnTo>
                  <a:pt x="110147" y="387285"/>
                </a:lnTo>
                <a:lnTo>
                  <a:pt x="127178" y="371963"/>
                </a:lnTo>
                <a:lnTo>
                  <a:pt x="138663" y="349253"/>
                </a:lnTo>
                <a:lnTo>
                  <a:pt x="142875" y="321468"/>
                </a:lnTo>
                <a:lnTo>
                  <a:pt x="138663" y="293683"/>
                </a:lnTo>
                <a:lnTo>
                  <a:pt x="127178" y="270974"/>
                </a:lnTo>
                <a:lnTo>
                  <a:pt x="110147" y="255652"/>
                </a:lnTo>
                <a:lnTo>
                  <a:pt x="89296" y="250031"/>
                </a:lnTo>
                <a:lnTo>
                  <a:pt x="78469" y="251489"/>
                </a:lnTo>
                <a:lnTo>
                  <a:pt x="68395" y="255668"/>
                </a:lnTo>
                <a:lnTo>
                  <a:pt x="59284" y="262274"/>
                </a:lnTo>
                <a:lnTo>
                  <a:pt x="51345" y="271016"/>
                </a:lnTo>
                <a:lnTo>
                  <a:pt x="46223" y="276802"/>
                </a:lnTo>
                <a:lnTo>
                  <a:pt x="40169" y="281480"/>
                </a:lnTo>
                <a:lnTo>
                  <a:pt x="33341" y="284609"/>
                </a:lnTo>
                <a:lnTo>
                  <a:pt x="25896" y="285750"/>
                </a:lnTo>
                <a:lnTo>
                  <a:pt x="15822" y="283712"/>
                </a:lnTo>
                <a:lnTo>
                  <a:pt x="7590" y="278159"/>
                </a:lnTo>
                <a:lnTo>
                  <a:pt x="2037" y="269927"/>
                </a:lnTo>
                <a:lnTo>
                  <a:pt x="0" y="259853"/>
                </a:lnTo>
                <a:lnTo>
                  <a:pt x="0" y="196453"/>
                </a:lnTo>
                <a:lnTo>
                  <a:pt x="4211" y="175602"/>
                </a:lnTo>
                <a:lnTo>
                  <a:pt x="15696" y="158571"/>
                </a:lnTo>
                <a:lnTo>
                  <a:pt x="32727" y="147086"/>
                </a:lnTo>
                <a:lnTo>
                  <a:pt x="53578" y="142875"/>
                </a:lnTo>
                <a:lnTo>
                  <a:pt x="188416" y="142875"/>
                </a:lnTo>
                <a:lnTo>
                  <a:pt x="198490" y="140837"/>
                </a:lnTo>
                <a:lnTo>
                  <a:pt x="206722" y="135284"/>
                </a:lnTo>
                <a:lnTo>
                  <a:pt x="212275" y="127052"/>
                </a:lnTo>
                <a:lnTo>
                  <a:pt x="214312" y="116978"/>
                </a:lnTo>
                <a:lnTo>
                  <a:pt x="213171" y="109533"/>
                </a:lnTo>
                <a:lnTo>
                  <a:pt x="210042" y="102705"/>
                </a:lnTo>
                <a:lnTo>
                  <a:pt x="205365" y="96651"/>
                </a:lnTo>
                <a:lnTo>
                  <a:pt x="199578" y="91529"/>
                </a:lnTo>
                <a:lnTo>
                  <a:pt x="190837" y="83590"/>
                </a:lnTo>
                <a:lnTo>
                  <a:pt x="184230" y="74479"/>
                </a:lnTo>
                <a:lnTo>
                  <a:pt x="180051" y="64405"/>
                </a:lnTo>
                <a:lnTo>
                  <a:pt x="178593" y="53578"/>
                </a:lnTo>
                <a:lnTo>
                  <a:pt x="184214" y="32727"/>
                </a:lnTo>
                <a:lnTo>
                  <a:pt x="199536" y="15696"/>
                </a:lnTo>
                <a:lnTo>
                  <a:pt x="222246" y="4211"/>
                </a:lnTo>
                <a:lnTo>
                  <a:pt x="250031" y="0"/>
                </a:lnTo>
                <a:lnTo>
                  <a:pt x="277816" y="4211"/>
                </a:lnTo>
                <a:lnTo>
                  <a:pt x="300525" y="15696"/>
                </a:lnTo>
                <a:lnTo>
                  <a:pt x="315847" y="32727"/>
                </a:lnTo>
                <a:lnTo>
                  <a:pt x="321468" y="53578"/>
                </a:lnTo>
                <a:lnTo>
                  <a:pt x="320010" y="64405"/>
                </a:lnTo>
                <a:lnTo>
                  <a:pt x="315831" y="74479"/>
                </a:lnTo>
                <a:lnTo>
                  <a:pt x="309225" y="83590"/>
                </a:lnTo>
                <a:lnTo>
                  <a:pt x="300483" y="91529"/>
                </a:lnTo>
                <a:lnTo>
                  <a:pt x="294697" y="96651"/>
                </a:lnTo>
                <a:lnTo>
                  <a:pt x="290019" y="102705"/>
                </a:lnTo>
                <a:lnTo>
                  <a:pt x="286890" y="109533"/>
                </a:lnTo>
                <a:lnTo>
                  <a:pt x="285750" y="116978"/>
                </a:lnTo>
                <a:lnTo>
                  <a:pt x="287787" y="127052"/>
                </a:lnTo>
                <a:lnTo>
                  <a:pt x="293340" y="135284"/>
                </a:lnTo>
                <a:lnTo>
                  <a:pt x="301572" y="140837"/>
                </a:lnTo>
                <a:lnTo>
                  <a:pt x="311646" y="142875"/>
                </a:lnTo>
                <a:lnTo>
                  <a:pt x="375046" y="142875"/>
                </a:lnTo>
                <a:lnTo>
                  <a:pt x="395897" y="147086"/>
                </a:lnTo>
                <a:lnTo>
                  <a:pt x="412928" y="158571"/>
                </a:lnTo>
                <a:lnTo>
                  <a:pt x="424413" y="175602"/>
                </a:lnTo>
                <a:lnTo>
                  <a:pt x="428625" y="196453"/>
                </a:lnTo>
                <a:lnTo>
                  <a:pt x="428625" y="259853"/>
                </a:lnTo>
                <a:lnTo>
                  <a:pt x="430662" y="269927"/>
                </a:lnTo>
                <a:lnTo>
                  <a:pt x="436215" y="278159"/>
                </a:lnTo>
                <a:lnTo>
                  <a:pt x="444447" y="283712"/>
                </a:lnTo>
                <a:lnTo>
                  <a:pt x="454521" y="285750"/>
                </a:lnTo>
                <a:lnTo>
                  <a:pt x="461966" y="284609"/>
                </a:lnTo>
                <a:lnTo>
                  <a:pt x="468794" y="281480"/>
                </a:lnTo>
                <a:lnTo>
                  <a:pt x="474848" y="276802"/>
                </a:lnTo>
                <a:lnTo>
                  <a:pt x="479970" y="271016"/>
                </a:lnTo>
                <a:lnTo>
                  <a:pt x="487909" y="262274"/>
                </a:lnTo>
                <a:lnTo>
                  <a:pt x="497020" y="255668"/>
                </a:lnTo>
                <a:lnTo>
                  <a:pt x="507094" y="251489"/>
                </a:lnTo>
                <a:lnTo>
                  <a:pt x="517921" y="250031"/>
                </a:lnTo>
                <a:lnTo>
                  <a:pt x="538772" y="255652"/>
                </a:lnTo>
                <a:lnTo>
                  <a:pt x="555803" y="270974"/>
                </a:lnTo>
                <a:lnTo>
                  <a:pt x="567288" y="293683"/>
                </a:lnTo>
                <a:lnTo>
                  <a:pt x="571500" y="321468"/>
                </a:lnTo>
                <a:lnTo>
                  <a:pt x="567288" y="349253"/>
                </a:lnTo>
                <a:lnTo>
                  <a:pt x="555803" y="371963"/>
                </a:lnTo>
                <a:lnTo>
                  <a:pt x="538772" y="387285"/>
                </a:lnTo>
                <a:lnTo>
                  <a:pt x="517921" y="392906"/>
                </a:lnTo>
                <a:lnTo>
                  <a:pt x="507094" y="391448"/>
                </a:lnTo>
                <a:lnTo>
                  <a:pt x="497020" y="387269"/>
                </a:lnTo>
                <a:lnTo>
                  <a:pt x="487909" y="380662"/>
                </a:lnTo>
                <a:lnTo>
                  <a:pt x="479970" y="371921"/>
                </a:lnTo>
                <a:lnTo>
                  <a:pt x="474848" y="366134"/>
                </a:lnTo>
                <a:lnTo>
                  <a:pt x="468794" y="361457"/>
                </a:lnTo>
                <a:lnTo>
                  <a:pt x="461966" y="358328"/>
                </a:lnTo>
                <a:lnTo>
                  <a:pt x="454521" y="357187"/>
                </a:lnTo>
                <a:lnTo>
                  <a:pt x="444447" y="359224"/>
                </a:lnTo>
                <a:lnTo>
                  <a:pt x="436215" y="364777"/>
                </a:lnTo>
                <a:lnTo>
                  <a:pt x="430662" y="373009"/>
                </a:lnTo>
                <a:lnTo>
                  <a:pt x="428625" y="383083"/>
                </a:lnTo>
                <a:lnTo>
                  <a:pt x="428625" y="517921"/>
                </a:lnTo>
                <a:lnTo>
                  <a:pt x="424413" y="538772"/>
                </a:lnTo>
                <a:lnTo>
                  <a:pt x="412928" y="555803"/>
                </a:lnTo>
                <a:lnTo>
                  <a:pt x="395897" y="567288"/>
                </a:lnTo>
                <a:lnTo>
                  <a:pt x="375046" y="571500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1085850"/>
          </a:xfrm>
          <a:custGeom>
            <a:avLst/>
            <a:gdLst/>
            <a:ahLst/>
            <a:cxnLst/>
            <a:rect l="l" t="t" r="r" b="b"/>
            <a:pathLst>
              <a:path w="76200" h="1085850">
                <a:moveTo>
                  <a:pt x="76199" y="1085849"/>
                </a:moveTo>
                <a:lnTo>
                  <a:pt x="0" y="1085849"/>
                </a:lnTo>
                <a:lnTo>
                  <a:pt x="0" y="0"/>
                </a:lnTo>
                <a:lnTo>
                  <a:pt x="76199" y="0"/>
                </a:lnTo>
                <a:lnTo>
                  <a:pt x="76199" y="10858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3150" b="0" spc="90" dirty="0">
                <a:latin typeface="Segoe UI Symbol"/>
                <a:cs typeface="Segoe UI Symbol"/>
              </a:rPr>
              <a:t>3.</a:t>
            </a:r>
            <a:r>
              <a:rPr sz="3150" b="0" spc="-140" dirty="0">
                <a:latin typeface="Segoe UI Symbol"/>
                <a:cs typeface="Segoe UI Symbol"/>
              </a:rPr>
              <a:t> </a:t>
            </a:r>
            <a:r>
              <a:rPr spc="-660" dirty="0"/>
              <a:t>협동학습의</a:t>
            </a:r>
            <a:endParaRPr sz="3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3150" b="0" spc="-345" dirty="0">
                <a:latin typeface="Segoe UI Symbol"/>
                <a:cs typeface="Segoe UI Symbol"/>
              </a:rPr>
              <a:t>5</a:t>
            </a:r>
            <a:r>
              <a:rPr spc="-345" dirty="0"/>
              <a:t>대</a:t>
            </a:r>
            <a:r>
              <a:rPr spc="-400" dirty="0"/>
              <a:t> </a:t>
            </a:r>
            <a:r>
              <a:rPr spc="-660" dirty="0"/>
              <a:t>구성요소</a:t>
            </a:r>
            <a:endParaRPr sz="3150">
              <a:latin typeface="Segoe UI Symbol"/>
              <a:cs typeface="Segoe UI 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4100" y="3022117"/>
            <a:ext cx="196342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협동학습의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00" spc="-200" dirty="0">
                <a:solidFill>
                  <a:srgbClr val="374050"/>
                </a:solidFill>
                <a:latin typeface="Microsoft Sans Serif"/>
                <a:cs typeface="Microsoft Sans Serif"/>
              </a:rPr>
              <a:t>5</a:t>
            </a:r>
            <a:r>
              <a:rPr sz="1350" spc="-200" dirty="0">
                <a:solidFill>
                  <a:srgbClr val="374050"/>
                </a:solidFill>
                <a:latin typeface="Dotum"/>
                <a:cs typeface="Dotum"/>
              </a:rPr>
              <a:t>가지</a:t>
            </a:r>
            <a:r>
              <a:rPr sz="1350" spc="-9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필수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185" dirty="0">
                <a:solidFill>
                  <a:srgbClr val="374050"/>
                </a:solidFill>
                <a:latin typeface="Dotum"/>
                <a:cs typeface="Dotum"/>
              </a:rPr>
              <a:t>요소로</a:t>
            </a:r>
            <a:r>
              <a:rPr sz="1300" spc="-185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300" spc="500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이들이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모두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갖춰졌을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310" dirty="0">
                <a:solidFill>
                  <a:srgbClr val="374050"/>
                </a:solidFill>
                <a:latin typeface="Dotum"/>
                <a:cs typeface="Dotum"/>
              </a:rPr>
              <a:t>때</a:t>
            </a:r>
            <a:endParaRPr sz="1350">
              <a:latin typeface="Dotum"/>
              <a:cs typeface="Dot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4100" y="3501262"/>
            <a:ext cx="197612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진정한</a:t>
            </a:r>
            <a:r>
              <a:rPr sz="1350" spc="-11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학습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효과를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70" dirty="0">
                <a:solidFill>
                  <a:srgbClr val="374050"/>
                </a:solidFill>
                <a:latin typeface="Dotum"/>
                <a:cs typeface="Dotum"/>
              </a:rPr>
              <a:t>발휘합니다</a:t>
            </a:r>
            <a:endParaRPr sz="1350">
              <a:latin typeface="Dotum"/>
              <a:cs typeface="Dotum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95824" y="857249"/>
            <a:ext cx="6734175" cy="1104900"/>
            <a:chOff x="4695824" y="857249"/>
            <a:chExt cx="6734175" cy="1104900"/>
          </a:xfrm>
        </p:grpSpPr>
        <p:sp>
          <p:nvSpPr>
            <p:cNvPr id="7" name="object 7"/>
            <p:cNvSpPr/>
            <p:nvPr/>
          </p:nvSpPr>
          <p:spPr>
            <a:xfrm>
              <a:off x="4705349" y="866774"/>
              <a:ext cx="6715125" cy="1085850"/>
            </a:xfrm>
            <a:custGeom>
              <a:avLst/>
              <a:gdLst/>
              <a:ahLst/>
              <a:cxnLst/>
              <a:rect l="l" t="t" r="r" b="b"/>
              <a:pathLst>
                <a:path w="6715125" h="1085850">
                  <a:moveTo>
                    <a:pt x="6652827" y="1085849"/>
                  </a:moveTo>
                  <a:lnTo>
                    <a:pt x="62296" y="1085849"/>
                  </a:lnTo>
                  <a:lnTo>
                    <a:pt x="57960" y="1085422"/>
                  </a:lnTo>
                  <a:lnTo>
                    <a:pt x="22623" y="1069416"/>
                  </a:lnTo>
                  <a:lnTo>
                    <a:pt x="2134" y="1036476"/>
                  </a:lnTo>
                  <a:lnTo>
                    <a:pt x="0" y="1023552"/>
                  </a:lnTo>
                  <a:lnTo>
                    <a:pt x="0" y="10191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4"/>
                  </a:lnTo>
                  <a:lnTo>
                    <a:pt x="6715123" y="62296"/>
                  </a:lnTo>
                  <a:lnTo>
                    <a:pt x="6715123" y="1023552"/>
                  </a:lnTo>
                  <a:lnTo>
                    <a:pt x="6701453" y="1059857"/>
                  </a:lnTo>
                  <a:lnTo>
                    <a:pt x="6669917" y="1082449"/>
                  </a:lnTo>
                  <a:lnTo>
                    <a:pt x="6657161" y="1085422"/>
                  </a:lnTo>
                  <a:lnTo>
                    <a:pt x="6652827" y="10858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05349" y="866774"/>
              <a:ext cx="6715125" cy="1085850"/>
            </a:xfrm>
            <a:custGeom>
              <a:avLst/>
              <a:gdLst/>
              <a:ahLst/>
              <a:cxnLst/>
              <a:rect l="l" t="t" r="r" b="b"/>
              <a:pathLst>
                <a:path w="6715125" h="1085850">
                  <a:moveTo>
                    <a:pt x="0" y="10191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399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2"/>
                  </a:lnTo>
                  <a:lnTo>
                    <a:pt x="6706319" y="33272"/>
                  </a:lnTo>
                  <a:lnTo>
                    <a:pt x="6715124" y="66674"/>
                  </a:lnTo>
                  <a:lnTo>
                    <a:pt x="6715124" y="1019174"/>
                  </a:lnTo>
                  <a:lnTo>
                    <a:pt x="6710048" y="1044690"/>
                  </a:lnTo>
                  <a:lnTo>
                    <a:pt x="6708372" y="1048734"/>
                  </a:lnTo>
                  <a:lnTo>
                    <a:pt x="6706319" y="1052577"/>
                  </a:lnTo>
                  <a:lnTo>
                    <a:pt x="6703885" y="1056217"/>
                  </a:lnTo>
                  <a:lnTo>
                    <a:pt x="6701453" y="1059857"/>
                  </a:lnTo>
                  <a:lnTo>
                    <a:pt x="6685490" y="1074612"/>
                  </a:lnTo>
                  <a:lnTo>
                    <a:pt x="6681849" y="1077045"/>
                  </a:lnTo>
                  <a:lnTo>
                    <a:pt x="6678008" y="1079098"/>
                  </a:lnTo>
                  <a:lnTo>
                    <a:pt x="6673963" y="1080774"/>
                  </a:lnTo>
                  <a:lnTo>
                    <a:pt x="6669917" y="1082449"/>
                  </a:lnTo>
                  <a:lnTo>
                    <a:pt x="6648449" y="1085849"/>
                  </a:lnTo>
                  <a:lnTo>
                    <a:pt x="66674" y="1085849"/>
                  </a:lnTo>
                  <a:lnTo>
                    <a:pt x="62296" y="1085849"/>
                  </a:lnTo>
                  <a:lnTo>
                    <a:pt x="57960" y="1085422"/>
                  </a:lnTo>
                  <a:lnTo>
                    <a:pt x="53667" y="1084568"/>
                  </a:lnTo>
                  <a:lnTo>
                    <a:pt x="49372" y="1083714"/>
                  </a:lnTo>
                  <a:lnTo>
                    <a:pt x="29631" y="1074613"/>
                  </a:lnTo>
                  <a:lnTo>
                    <a:pt x="25991" y="1072180"/>
                  </a:lnTo>
                  <a:lnTo>
                    <a:pt x="22623" y="1069416"/>
                  </a:lnTo>
                  <a:lnTo>
                    <a:pt x="19528" y="1066321"/>
                  </a:lnTo>
                  <a:lnTo>
                    <a:pt x="16432" y="1063225"/>
                  </a:lnTo>
                  <a:lnTo>
                    <a:pt x="13668" y="1059857"/>
                  </a:lnTo>
                  <a:lnTo>
                    <a:pt x="11236" y="1056217"/>
                  </a:lnTo>
                  <a:lnTo>
                    <a:pt x="8803" y="1052577"/>
                  </a:lnTo>
                  <a:lnTo>
                    <a:pt x="6749" y="1048734"/>
                  </a:lnTo>
                  <a:lnTo>
                    <a:pt x="5074" y="1044690"/>
                  </a:lnTo>
                  <a:lnTo>
                    <a:pt x="3399" y="1040645"/>
                  </a:lnTo>
                  <a:lnTo>
                    <a:pt x="2134" y="1036476"/>
                  </a:lnTo>
                  <a:lnTo>
                    <a:pt x="1280" y="1032182"/>
                  </a:lnTo>
                  <a:lnTo>
                    <a:pt x="427" y="1027888"/>
                  </a:lnTo>
                  <a:lnTo>
                    <a:pt x="0" y="1023552"/>
                  </a:lnTo>
                  <a:lnTo>
                    <a:pt x="0" y="1019174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29174" y="9905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4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0871" y="1102520"/>
              <a:ext cx="202368" cy="15715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314900" y="1041880"/>
            <a:ext cx="3877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1D40AF"/>
                </a:solidFill>
                <a:latin typeface="Arial"/>
                <a:cs typeface="Arial"/>
              </a:rPr>
              <a:t>1.</a:t>
            </a:r>
            <a:r>
              <a:rPr sz="1600" b="1" spc="-6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긍정적</a:t>
            </a:r>
            <a:r>
              <a:rPr sz="1500" b="1" spc="-14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상호의존성</a:t>
            </a:r>
            <a:r>
              <a:rPr sz="1500" b="1" spc="-14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600" b="1" spc="-100" dirty="0">
                <a:solidFill>
                  <a:srgbClr val="1D40AF"/>
                </a:solidFill>
                <a:latin typeface="Arial"/>
                <a:cs typeface="Arial"/>
              </a:rPr>
              <a:t>(Positive</a:t>
            </a:r>
            <a:r>
              <a:rPr sz="1600" b="1" spc="-6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600" b="1" spc="-90" dirty="0">
                <a:solidFill>
                  <a:srgbClr val="1D40AF"/>
                </a:solidFill>
                <a:latin typeface="Arial"/>
                <a:cs typeface="Arial"/>
              </a:rPr>
              <a:t>Interdependence)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3000" y="1427137"/>
            <a:ext cx="5827395" cy="406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sz="1150" spc="-145" dirty="0">
                <a:solidFill>
                  <a:srgbClr val="374050"/>
                </a:solidFill>
                <a:latin typeface="Tw Cen MT Condensed Extra Bold"/>
                <a:cs typeface="Tw Cen MT Condensed Extra Bold"/>
              </a:rPr>
              <a:t>"</a:t>
            </a:r>
            <a:r>
              <a:rPr sz="1150" spc="-145" dirty="0">
                <a:solidFill>
                  <a:srgbClr val="374050"/>
                </a:solidFill>
                <a:latin typeface="Dotum"/>
                <a:cs typeface="Dotum"/>
              </a:rPr>
              <a:t>나의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성공이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너의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60" dirty="0">
                <a:solidFill>
                  <a:srgbClr val="374050"/>
                </a:solidFill>
                <a:latin typeface="Dotum"/>
                <a:cs typeface="Dotum"/>
              </a:rPr>
              <a:t>성공이고</a:t>
            </a:r>
            <a:r>
              <a:rPr sz="1150" spc="-160" dirty="0">
                <a:solidFill>
                  <a:srgbClr val="374050"/>
                </a:solidFill>
                <a:latin typeface="Tw Cen MT Condensed Extra Bold"/>
                <a:cs typeface="Tw Cen MT Condensed Extra Bold"/>
              </a:rPr>
              <a:t>,</a:t>
            </a:r>
            <a:r>
              <a:rPr sz="1150" spc="30" dirty="0">
                <a:solidFill>
                  <a:srgbClr val="374050"/>
                </a:solidFill>
                <a:latin typeface="Tw Cen MT Condensed Extra Bold"/>
                <a:cs typeface="Tw Cen MT Condensed Extra Bold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너의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성공이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나의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70" dirty="0">
                <a:solidFill>
                  <a:srgbClr val="374050"/>
                </a:solidFill>
                <a:latin typeface="Dotum"/>
                <a:cs typeface="Dotum"/>
              </a:rPr>
              <a:t>성공이다</a:t>
            </a:r>
            <a:r>
              <a:rPr sz="1150" spc="-170" dirty="0">
                <a:solidFill>
                  <a:srgbClr val="374050"/>
                </a:solidFill>
                <a:latin typeface="Tw Cen MT Condensed Extra Bold"/>
                <a:cs typeface="Tw Cen MT Condensed Extra Bold"/>
              </a:rPr>
              <a:t>"</a:t>
            </a:r>
            <a:r>
              <a:rPr sz="1150" spc="-170" dirty="0">
                <a:solidFill>
                  <a:srgbClr val="374050"/>
                </a:solidFill>
                <a:latin typeface="Dotum"/>
                <a:cs typeface="Dotum"/>
              </a:rPr>
              <a:t>라는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인식으로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모두가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성공할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때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팀이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5" dirty="0">
                <a:solidFill>
                  <a:srgbClr val="374050"/>
                </a:solidFill>
                <a:latin typeface="Dotum"/>
                <a:cs typeface="Dotum"/>
              </a:rPr>
              <a:t>성공한다는</a:t>
            </a:r>
            <a:r>
              <a:rPr sz="1150" spc="-25" dirty="0">
                <a:solidFill>
                  <a:srgbClr val="374050"/>
                </a:solidFill>
                <a:latin typeface="Dotum"/>
                <a:cs typeface="Dotum"/>
              </a:rPr>
              <a:t> 구조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95824" y="2114549"/>
            <a:ext cx="3295650" cy="1104900"/>
            <a:chOff x="4695824" y="2114549"/>
            <a:chExt cx="3295650" cy="1104900"/>
          </a:xfrm>
        </p:grpSpPr>
        <p:sp>
          <p:nvSpPr>
            <p:cNvPr id="14" name="object 14"/>
            <p:cNvSpPr/>
            <p:nvPr/>
          </p:nvSpPr>
          <p:spPr>
            <a:xfrm>
              <a:off x="4705349" y="2124074"/>
              <a:ext cx="3276600" cy="1085850"/>
            </a:xfrm>
            <a:custGeom>
              <a:avLst/>
              <a:gdLst/>
              <a:ahLst/>
              <a:cxnLst/>
              <a:rect l="l" t="t" r="r" b="b"/>
              <a:pathLst>
                <a:path w="3276600" h="1085850">
                  <a:moveTo>
                    <a:pt x="3214302" y="1085849"/>
                  </a:moveTo>
                  <a:lnTo>
                    <a:pt x="62296" y="1085849"/>
                  </a:lnTo>
                  <a:lnTo>
                    <a:pt x="57960" y="1085422"/>
                  </a:lnTo>
                  <a:lnTo>
                    <a:pt x="22623" y="1069416"/>
                  </a:lnTo>
                  <a:lnTo>
                    <a:pt x="2134" y="1036475"/>
                  </a:lnTo>
                  <a:lnTo>
                    <a:pt x="0" y="1023552"/>
                  </a:lnTo>
                  <a:lnTo>
                    <a:pt x="0" y="10191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3214302" y="0"/>
                  </a:lnTo>
                  <a:lnTo>
                    <a:pt x="3250606" y="13668"/>
                  </a:lnTo>
                  <a:lnTo>
                    <a:pt x="3273198" y="45204"/>
                  </a:lnTo>
                  <a:lnTo>
                    <a:pt x="3276599" y="62296"/>
                  </a:lnTo>
                  <a:lnTo>
                    <a:pt x="3276599" y="1023552"/>
                  </a:lnTo>
                  <a:lnTo>
                    <a:pt x="3262929" y="1059857"/>
                  </a:lnTo>
                  <a:lnTo>
                    <a:pt x="3231394" y="1082449"/>
                  </a:lnTo>
                  <a:lnTo>
                    <a:pt x="3218638" y="1085422"/>
                  </a:lnTo>
                  <a:lnTo>
                    <a:pt x="3214302" y="10858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05349" y="2124074"/>
              <a:ext cx="3276600" cy="1085850"/>
            </a:xfrm>
            <a:custGeom>
              <a:avLst/>
              <a:gdLst/>
              <a:ahLst/>
              <a:cxnLst/>
              <a:rect l="l" t="t" r="r" b="b"/>
              <a:pathLst>
                <a:path w="3276600" h="1085850">
                  <a:moveTo>
                    <a:pt x="0" y="10191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3209924" y="0"/>
                  </a:lnTo>
                  <a:lnTo>
                    <a:pt x="3214302" y="0"/>
                  </a:lnTo>
                  <a:lnTo>
                    <a:pt x="3218638" y="427"/>
                  </a:lnTo>
                  <a:lnTo>
                    <a:pt x="3246966" y="11236"/>
                  </a:lnTo>
                  <a:lnTo>
                    <a:pt x="3250606" y="13668"/>
                  </a:lnTo>
                  <a:lnTo>
                    <a:pt x="3265361" y="29632"/>
                  </a:lnTo>
                  <a:lnTo>
                    <a:pt x="3267793" y="33272"/>
                  </a:lnTo>
                  <a:lnTo>
                    <a:pt x="3276599" y="66674"/>
                  </a:lnTo>
                  <a:lnTo>
                    <a:pt x="3276599" y="1019174"/>
                  </a:lnTo>
                  <a:lnTo>
                    <a:pt x="3265361" y="1056217"/>
                  </a:lnTo>
                  <a:lnTo>
                    <a:pt x="3262929" y="1059857"/>
                  </a:lnTo>
                  <a:lnTo>
                    <a:pt x="3231394" y="1082449"/>
                  </a:lnTo>
                  <a:lnTo>
                    <a:pt x="3214302" y="1085849"/>
                  </a:lnTo>
                  <a:lnTo>
                    <a:pt x="3209924" y="1085849"/>
                  </a:lnTo>
                  <a:lnTo>
                    <a:pt x="66674" y="1085849"/>
                  </a:lnTo>
                  <a:lnTo>
                    <a:pt x="62296" y="1085849"/>
                  </a:lnTo>
                  <a:lnTo>
                    <a:pt x="57960" y="1085422"/>
                  </a:lnTo>
                  <a:lnTo>
                    <a:pt x="53667" y="1084568"/>
                  </a:lnTo>
                  <a:lnTo>
                    <a:pt x="49372" y="1083714"/>
                  </a:lnTo>
                  <a:lnTo>
                    <a:pt x="16432" y="1063225"/>
                  </a:lnTo>
                  <a:lnTo>
                    <a:pt x="11236" y="1056217"/>
                  </a:lnTo>
                  <a:lnTo>
                    <a:pt x="8803" y="1052577"/>
                  </a:lnTo>
                  <a:lnTo>
                    <a:pt x="6749" y="1048734"/>
                  </a:lnTo>
                  <a:lnTo>
                    <a:pt x="5074" y="1044689"/>
                  </a:lnTo>
                  <a:lnTo>
                    <a:pt x="3399" y="1040645"/>
                  </a:lnTo>
                  <a:lnTo>
                    <a:pt x="2134" y="1036475"/>
                  </a:lnTo>
                  <a:lnTo>
                    <a:pt x="1280" y="1032182"/>
                  </a:lnTo>
                  <a:lnTo>
                    <a:pt x="427" y="1027888"/>
                  </a:lnTo>
                  <a:lnTo>
                    <a:pt x="0" y="1023552"/>
                  </a:lnTo>
                  <a:lnTo>
                    <a:pt x="0" y="1019174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29174" y="22478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4899" y="2352674"/>
              <a:ext cx="212403" cy="1714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314900" y="2299180"/>
            <a:ext cx="12249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1D40AF"/>
                </a:solidFill>
                <a:latin typeface="Arial"/>
                <a:cs typeface="Arial"/>
              </a:rPr>
              <a:t>2.</a:t>
            </a:r>
            <a:r>
              <a:rPr sz="1600" b="1" spc="-6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개별적</a:t>
            </a:r>
            <a:r>
              <a:rPr sz="1500" b="1" spc="-14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책무성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3000" y="2684437"/>
            <a:ext cx="2495550" cy="406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각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학생이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자신의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학습과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팀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기여에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대한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204" dirty="0">
                <a:solidFill>
                  <a:srgbClr val="374050"/>
                </a:solidFill>
                <a:latin typeface="Dotum"/>
                <a:cs typeface="Dotum"/>
              </a:rPr>
              <a:t>명확</a:t>
            </a:r>
            <a:r>
              <a:rPr sz="1150" spc="5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한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책임을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50" dirty="0">
                <a:solidFill>
                  <a:srgbClr val="374050"/>
                </a:solidFill>
                <a:latin typeface="Dotum"/>
                <a:cs typeface="Dotum"/>
              </a:rPr>
              <a:t>짐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143873" y="2114549"/>
            <a:ext cx="3286125" cy="1104900"/>
            <a:chOff x="8143873" y="2114549"/>
            <a:chExt cx="3286125" cy="1104900"/>
          </a:xfrm>
        </p:grpSpPr>
        <p:sp>
          <p:nvSpPr>
            <p:cNvPr id="21" name="object 21"/>
            <p:cNvSpPr/>
            <p:nvPr/>
          </p:nvSpPr>
          <p:spPr>
            <a:xfrm>
              <a:off x="8153398" y="2124074"/>
              <a:ext cx="3267075" cy="1085850"/>
            </a:xfrm>
            <a:custGeom>
              <a:avLst/>
              <a:gdLst/>
              <a:ahLst/>
              <a:cxnLst/>
              <a:rect l="l" t="t" r="r" b="b"/>
              <a:pathLst>
                <a:path w="3267075" h="1085850">
                  <a:moveTo>
                    <a:pt x="3204777" y="1085849"/>
                  </a:moveTo>
                  <a:lnTo>
                    <a:pt x="62297" y="1085849"/>
                  </a:lnTo>
                  <a:lnTo>
                    <a:pt x="57960" y="1085422"/>
                  </a:lnTo>
                  <a:lnTo>
                    <a:pt x="22624" y="1069416"/>
                  </a:lnTo>
                  <a:lnTo>
                    <a:pt x="2134" y="1036475"/>
                  </a:lnTo>
                  <a:lnTo>
                    <a:pt x="0" y="1023552"/>
                  </a:lnTo>
                  <a:lnTo>
                    <a:pt x="0" y="10191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3204777" y="0"/>
                  </a:lnTo>
                  <a:lnTo>
                    <a:pt x="3241081" y="13668"/>
                  </a:lnTo>
                  <a:lnTo>
                    <a:pt x="3263674" y="45204"/>
                  </a:lnTo>
                  <a:lnTo>
                    <a:pt x="3267074" y="62296"/>
                  </a:lnTo>
                  <a:lnTo>
                    <a:pt x="3267074" y="1023552"/>
                  </a:lnTo>
                  <a:lnTo>
                    <a:pt x="3253404" y="1059857"/>
                  </a:lnTo>
                  <a:lnTo>
                    <a:pt x="3221868" y="1082449"/>
                  </a:lnTo>
                  <a:lnTo>
                    <a:pt x="3209112" y="1085422"/>
                  </a:lnTo>
                  <a:lnTo>
                    <a:pt x="3204777" y="10858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53398" y="2124074"/>
              <a:ext cx="3267075" cy="1085850"/>
            </a:xfrm>
            <a:custGeom>
              <a:avLst/>
              <a:gdLst/>
              <a:ahLst/>
              <a:cxnLst/>
              <a:rect l="l" t="t" r="r" b="b"/>
              <a:pathLst>
                <a:path w="3267075" h="1085850">
                  <a:moveTo>
                    <a:pt x="0" y="10191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2"/>
                  </a:lnTo>
                  <a:lnTo>
                    <a:pt x="13668" y="25992"/>
                  </a:lnTo>
                  <a:lnTo>
                    <a:pt x="16433" y="22624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200400" y="0"/>
                  </a:lnTo>
                  <a:lnTo>
                    <a:pt x="3204777" y="0"/>
                  </a:lnTo>
                  <a:lnTo>
                    <a:pt x="3209112" y="427"/>
                  </a:lnTo>
                  <a:lnTo>
                    <a:pt x="3213406" y="1281"/>
                  </a:lnTo>
                  <a:lnTo>
                    <a:pt x="3217700" y="2135"/>
                  </a:lnTo>
                  <a:lnTo>
                    <a:pt x="3221868" y="3399"/>
                  </a:lnTo>
                  <a:lnTo>
                    <a:pt x="3225913" y="5075"/>
                  </a:lnTo>
                  <a:lnTo>
                    <a:pt x="3229958" y="6750"/>
                  </a:lnTo>
                  <a:lnTo>
                    <a:pt x="3233800" y="8804"/>
                  </a:lnTo>
                  <a:lnTo>
                    <a:pt x="3237441" y="11236"/>
                  </a:lnTo>
                  <a:lnTo>
                    <a:pt x="3241081" y="13668"/>
                  </a:lnTo>
                  <a:lnTo>
                    <a:pt x="3255836" y="29632"/>
                  </a:lnTo>
                  <a:lnTo>
                    <a:pt x="3258270" y="33272"/>
                  </a:lnTo>
                  <a:lnTo>
                    <a:pt x="3260323" y="37114"/>
                  </a:lnTo>
                  <a:lnTo>
                    <a:pt x="3261998" y="41159"/>
                  </a:lnTo>
                  <a:lnTo>
                    <a:pt x="3263674" y="45204"/>
                  </a:lnTo>
                  <a:lnTo>
                    <a:pt x="3267075" y="66674"/>
                  </a:lnTo>
                  <a:lnTo>
                    <a:pt x="3267075" y="1019174"/>
                  </a:lnTo>
                  <a:lnTo>
                    <a:pt x="3255836" y="1056217"/>
                  </a:lnTo>
                  <a:lnTo>
                    <a:pt x="3253404" y="1059857"/>
                  </a:lnTo>
                  <a:lnTo>
                    <a:pt x="3221868" y="1082449"/>
                  </a:lnTo>
                  <a:lnTo>
                    <a:pt x="3204777" y="1085849"/>
                  </a:lnTo>
                  <a:lnTo>
                    <a:pt x="3200400" y="1085849"/>
                  </a:lnTo>
                  <a:lnTo>
                    <a:pt x="66675" y="1085849"/>
                  </a:lnTo>
                  <a:lnTo>
                    <a:pt x="62297" y="1085849"/>
                  </a:lnTo>
                  <a:lnTo>
                    <a:pt x="57960" y="1085422"/>
                  </a:lnTo>
                  <a:lnTo>
                    <a:pt x="53667" y="1084568"/>
                  </a:lnTo>
                  <a:lnTo>
                    <a:pt x="49373" y="1083714"/>
                  </a:lnTo>
                  <a:lnTo>
                    <a:pt x="16433" y="1063225"/>
                  </a:lnTo>
                  <a:lnTo>
                    <a:pt x="5075" y="1044689"/>
                  </a:lnTo>
                  <a:lnTo>
                    <a:pt x="3399" y="1040645"/>
                  </a:lnTo>
                  <a:lnTo>
                    <a:pt x="2134" y="1036475"/>
                  </a:lnTo>
                  <a:lnTo>
                    <a:pt x="1280" y="1032182"/>
                  </a:lnTo>
                  <a:lnTo>
                    <a:pt x="426" y="1027888"/>
                  </a:lnTo>
                  <a:lnTo>
                    <a:pt x="0" y="1023552"/>
                  </a:lnTo>
                  <a:lnTo>
                    <a:pt x="0" y="1019174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77224" y="22478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6"/>
                  </a:lnTo>
                  <a:lnTo>
                    <a:pt x="353902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52955" y="2352674"/>
              <a:ext cx="215216" cy="17144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756550" y="2299180"/>
            <a:ext cx="1383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1D40AF"/>
                </a:solidFill>
                <a:latin typeface="Arial"/>
                <a:cs typeface="Arial"/>
              </a:rPr>
              <a:t>3.</a:t>
            </a:r>
            <a:r>
              <a:rPr sz="1600" b="1" spc="-6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대면적</a:t>
            </a:r>
            <a:r>
              <a:rPr sz="1500" b="1" spc="-14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0" dirty="0">
                <a:solidFill>
                  <a:srgbClr val="1D40AF"/>
                </a:solidFill>
                <a:latin typeface="Malgun Gothic"/>
                <a:cs typeface="Malgun Gothic"/>
              </a:rPr>
              <a:t>상호작용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94650" y="2684437"/>
            <a:ext cx="2420620" cy="406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학생들이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서로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격려하고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가르치며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직접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204" dirty="0">
                <a:solidFill>
                  <a:srgbClr val="374050"/>
                </a:solidFill>
                <a:latin typeface="Dotum"/>
                <a:cs typeface="Dotum"/>
              </a:rPr>
              <a:t>소통</a:t>
            </a:r>
            <a:r>
              <a:rPr sz="1150" spc="5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하는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학습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35" dirty="0">
                <a:solidFill>
                  <a:srgbClr val="374050"/>
                </a:solidFill>
                <a:latin typeface="Dotum"/>
                <a:cs typeface="Dotum"/>
              </a:rPr>
              <a:t>과정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95824" y="3371849"/>
            <a:ext cx="3295650" cy="1104900"/>
            <a:chOff x="4695824" y="3371849"/>
            <a:chExt cx="3295650" cy="1104900"/>
          </a:xfrm>
        </p:grpSpPr>
        <p:sp>
          <p:nvSpPr>
            <p:cNvPr id="28" name="object 28"/>
            <p:cNvSpPr/>
            <p:nvPr/>
          </p:nvSpPr>
          <p:spPr>
            <a:xfrm>
              <a:off x="4705349" y="3381374"/>
              <a:ext cx="3276600" cy="1085850"/>
            </a:xfrm>
            <a:custGeom>
              <a:avLst/>
              <a:gdLst/>
              <a:ahLst/>
              <a:cxnLst/>
              <a:rect l="l" t="t" r="r" b="b"/>
              <a:pathLst>
                <a:path w="3276600" h="1085850">
                  <a:moveTo>
                    <a:pt x="3214302" y="1085849"/>
                  </a:moveTo>
                  <a:lnTo>
                    <a:pt x="62296" y="1085849"/>
                  </a:lnTo>
                  <a:lnTo>
                    <a:pt x="57960" y="1085422"/>
                  </a:lnTo>
                  <a:lnTo>
                    <a:pt x="22623" y="1069416"/>
                  </a:lnTo>
                  <a:lnTo>
                    <a:pt x="2134" y="1036475"/>
                  </a:lnTo>
                  <a:lnTo>
                    <a:pt x="0" y="1023552"/>
                  </a:lnTo>
                  <a:lnTo>
                    <a:pt x="0" y="1019174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3214302" y="0"/>
                  </a:lnTo>
                  <a:lnTo>
                    <a:pt x="3250606" y="13668"/>
                  </a:lnTo>
                  <a:lnTo>
                    <a:pt x="3273198" y="45203"/>
                  </a:lnTo>
                  <a:lnTo>
                    <a:pt x="3276599" y="62297"/>
                  </a:lnTo>
                  <a:lnTo>
                    <a:pt x="3276599" y="1023552"/>
                  </a:lnTo>
                  <a:lnTo>
                    <a:pt x="3262929" y="1059857"/>
                  </a:lnTo>
                  <a:lnTo>
                    <a:pt x="3231394" y="1082449"/>
                  </a:lnTo>
                  <a:lnTo>
                    <a:pt x="3218638" y="1085422"/>
                  </a:lnTo>
                  <a:lnTo>
                    <a:pt x="3214302" y="10858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05349" y="3381374"/>
              <a:ext cx="3276600" cy="1085850"/>
            </a:xfrm>
            <a:custGeom>
              <a:avLst/>
              <a:gdLst/>
              <a:ahLst/>
              <a:cxnLst/>
              <a:rect l="l" t="t" r="r" b="b"/>
              <a:pathLst>
                <a:path w="3276600" h="1085850">
                  <a:moveTo>
                    <a:pt x="0" y="10191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3209924" y="0"/>
                  </a:lnTo>
                  <a:lnTo>
                    <a:pt x="3214302" y="0"/>
                  </a:lnTo>
                  <a:lnTo>
                    <a:pt x="3218638" y="427"/>
                  </a:lnTo>
                  <a:lnTo>
                    <a:pt x="3222932" y="1281"/>
                  </a:lnTo>
                  <a:lnTo>
                    <a:pt x="3227225" y="2134"/>
                  </a:lnTo>
                  <a:lnTo>
                    <a:pt x="3231394" y="3399"/>
                  </a:lnTo>
                  <a:lnTo>
                    <a:pt x="3235438" y="5075"/>
                  </a:lnTo>
                  <a:lnTo>
                    <a:pt x="3239483" y="6750"/>
                  </a:lnTo>
                  <a:lnTo>
                    <a:pt x="3243326" y="8804"/>
                  </a:lnTo>
                  <a:lnTo>
                    <a:pt x="3246966" y="11236"/>
                  </a:lnTo>
                  <a:lnTo>
                    <a:pt x="3250606" y="13668"/>
                  </a:lnTo>
                  <a:lnTo>
                    <a:pt x="3253974" y="16432"/>
                  </a:lnTo>
                  <a:lnTo>
                    <a:pt x="3257070" y="19528"/>
                  </a:lnTo>
                  <a:lnTo>
                    <a:pt x="3260165" y="22623"/>
                  </a:lnTo>
                  <a:lnTo>
                    <a:pt x="3262929" y="25991"/>
                  </a:lnTo>
                  <a:lnTo>
                    <a:pt x="3265361" y="29631"/>
                  </a:lnTo>
                  <a:lnTo>
                    <a:pt x="3267793" y="33272"/>
                  </a:lnTo>
                  <a:lnTo>
                    <a:pt x="3276599" y="66674"/>
                  </a:lnTo>
                  <a:lnTo>
                    <a:pt x="3276599" y="1019174"/>
                  </a:lnTo>
                  <a:lnTo>
                    <a:pt x="3265361" y="1056216"/>
                  </a:lnTo>
                  <a:lnTo>
                    <a:pt x="3262929" y="1059857"/>
                  </a:lnTo>
                  <a:lnTo>
                    <a:pt x="3235438" y="1080774"/>
                  </a:lnTo>
                  <a:lnTo>
                    <a:pt x="3231394" y="1082449"/>
                  </a:lnTo>
                  <a:lnTo>
                    <a:pt x="3227224" y="1083714"/>
                  </a:lnTo>
                  <a:lnTo>
                    <a:pt x="3222931" y="1084568"/>
                  </a:lnTo>
                  <a:lnTo>
                    <a:pt x="3218638" y="1085422"/>
                  </a:lnTo>
                  <a:lnTo>
                    <a:pt x="3214302" y="1085849"/>
                  </a:lnTo>
                  <a:lnTo>
                    <a:pt x="3209924" y="1085849"/>
                  </a:lnTo>
                  <a:lnTo>
                    <a:pt x="66674" y="1085849"/>
                  </a:lnTo>
                  <a:lnTo>
                    <a:pt x="62296" y="1085849"/>
                  </a:lnTo>
                  <a:lnTo>
                    <a:pt x="57960" y="1085422"/>
                  </a:lnTo>
                  <a:lnTo>
                    <a:pt x="53667" y="1084568"/>
                  </a:lnTo>
                  <a:lnTo>
                    <a:pt x="49372" y="1083714"/>
                  </a:lnTo>
                  <a:lnTo>
                    <a:pt x="45203" y="1082449"/>
                  </a:lnTo>
                  <a:lnTo>
                    <a:pt x="41158" y="1080774"/>
                  </a:lnTo>
                  <a:lnTo>
                    <a:pt x="37114" y="1079098"/>
                  </a:lnTo>
                  <a:lnTo>
                    <a:pt x="11236" y="1056216"/>
                  </a:lnTo>
                  <a:lnTo>
                    <a:pt x="8803" y="1052576"/>
                  </a:lnTo>
                  <a:lnTo>
                    <a:pt x="6749" y="1048734"/>
                  </a:lnTo>
                  <a:lnTo>
                    <a:pt x="5074" y="1044689"/>
                  </a:lnTo>
                  <a:lnTo>
                    <a:pt x="3399" y="1040645"/>
                  </a:lnTo>
                  <a:lnTo>
                    <a:pt x="2134" y="1036475"/>
                  </a:lnTo>
                  <a:lnTo>
                    <a:pt x="1280" y="1032182"/>
                  </a:lnTo>
                  <a:lnTo>
                    <a:pt x="427" y="1027888"/>
                  </a:lnTo>
                  <a:lnTo>
                    <a:pt x="0" y="1023552"/>
                  </a:lnTo>
                  <a:lnTo>
                    <a:pt x="0" y="1019174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29174" y="3505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200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200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14899" y="3631405"/>
              <a:ext cx="214312" cy="12855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314900" y="3556480"/>
            <a:ext cx="1067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1D40AF"/>
                </a:solidFill>
                <a:latin typeface="Arial"/>
                <a:cs typeface="Arial"/>
              </a:rPr>
              <a:t>4.</a:t>
            </a:r>
            <a:r>
              <a:rPr sz="1600" b="1" spc="-6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사회적</a:t>
            </a:r>
            <a:r>
              <a:rPr sz="1500" b="1" spc="-14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기술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53000" y="3941736"/>
            <a:ext cx="2494915" cy="406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효과적</a:t>
            </a:r>
            <a:r>
              <a:rPr sz="1150" spc="-7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협력을</a:t>
            </a:r>
            <a:r>
              <a:rPr sz="1150" spc="-7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위한</a:t>
            </a:r>
            <a:r>
              <a:rPr sz="1150" spc="-7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60" dirty="0">
                <a:solidFill>
                  <a:srgbClr val="374050"/>
                </a:solidFill>
                <a:latin typeface="Dotum"/>
                <a:cs typeface="Dotum"/>
              </a:rPr>
              <a:t>의사소통</a:t>
            </a:r>
            <a:r>
              <a:rPr sz="1150" spc="-160" dirty="0">
                <a:solidFill>
                  <a:srgbClr val="374050"/>
                </a:solidFill>
                <a:latin typeface="Tw Cen MT Condensed Extra Bold"/>
                <a:cs typeface="Tw Cen MT Condensed Extra Bold"/>
              </a:rPr>
              <a:t>,</a:t>
            </a:r>
            <a:r>
              <a:rPr sz="1150" spc="40" dirty="0">
                <a:solidFill>
                  <a:srgbClr val="374050"/>
                </a:solidFill>
                <a:latin typeface="Tw Cen MT Condensed Extra Bold"/>
                <a:cs typeface="Tw Cen MT Condensed Extra Bold"/>
              </a:rPr>
              <a:t> </a:t>
            </a:r>
            <a:r>
              <a:rPr sz="1150" spc="-160" dirty="0">
                <a:solidFill>
                  <a:srgbClr val="374050"/>
                </a:solidFill>
                <a:latin typeface="Dotum"/>
                <a:cs typeface="Dotum"/>
              </a:rPr>
              <a:t>갈등해결</a:t>
            </a:r>
            <a:r>
              <a:rPr sz="1150" spc="-160" dirty="0">
                <a:solidFill>
                  <a:srgbClr val="374050"/>
                </a:solidFill>
                <a:latin typeface="Tw Cen MT Condensed Extra Bold"/>
                <a:cs typeface="Tw Cen MT Condensed Extra Bold"/>
              </a:rPr>
              <a:t>,</a:t>
            </a:r>
            <a:r>
              <a:rPr sz="1150" spc="35" dirty="0">
                <a:solidFill>
                  <a:srgbClr val="374050"/>
                </a:solidFill>
                <a:latin typeface="Tw Cen MT Condensed Extra Bold"/>
                <a:cs typeface="Tw Cen MT Condensed Extra Bold"/>
              </a:rPr>
              <a:t> </a:t>
            </a:r>
            <a:r>
              <a:rPr sz="1150" spc="-210" dirty="0">
                <a:solidFill>
                  <a:srgbClr val="374050"/>
                </a:solidFill>
                <a:latin typeface="Dotum"/>
                <a:cs typeface="Dotum"/>
              </a:rPr>
              <a:t>리더</a:t>
            </a:r>
            <a:r>
              <a:rPr sz="1150" spc="5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십</a:t>
            </a:r>
            <a:r>
              <a:rPr sz="1150" spc="-9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등의</a:t>
            </a:r>
            <a:r>
              <a:rPr sz="1150" spc="-8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25" dirty="0">
                <a:solidFill>
                  <a:srgbClr val="374050"/>
                </a:solidFill>
                <a:latin typeface="Dotum"/>
                <a:cs typeface="Dotum"/>
              </a:rPr>
              <a:t>기술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143873" y="3371849"/>
            <a:ext cx="3286125" cy="1104900"/>
            <a:chOff x="8143873" y="3371849"/>
            <a:chExt cx="3286125" cy="1104900"/>
          </a:xfrm>
        </p:grpSpPr>
        <p:sp>
          <p:nvSpPr>
            <p:cNvPr id="35" name="object 35"/>
            <p:cNvSpPr/>
            <p:nvPr/>
          </p:nvSpPr>
          <p:spPr>
            <a:xfrm>
              <a:off x="8153398" y="3381374"/>
              <a:ext cx="3267075" cy="1085850"/>
            </a:xfrm>
            <a:custGeom>
              <a:avLst/>
              <a:gdLst/>
              <a:ahLst/>
              <a:cxnLst/>
              <a:rect l="l" t="t" r="r" b="b"/>
              <a:pathLst>
                <a:path w="3267075" h="1085850">
                  <a:moveTo>
                    <a:pt x="3204777" y="1085849"/>
                  </a:moveTo>
                  <a:lnTo>
                    <a:pt x="62297" y="1085849"/>
                  </a:lnTo>
                  <a:lnTo>
                    <a:pt x="57960" y="1085422"/>
                  </a:lnTo>
                  <a:lnTo>
                    <a:pt x="22624" y="1069416"/>
                  </a:lnTo>
                  <a:lnTo>
                    <a:pt x="2134" y="1036475"/>
                  </a:lnTo>
                  <a:lnTo>
                    <a:pt x="0" y="1023552"/>
                  </a:lnTo>
                  <a:lnTo>
                    <a:pt x="0" y="1019174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7" y="0"/>
                  </a:lnTo>
                  <a:lnTo>
                    <a:pt x="3204777" y="0"/>
                  </a:lnTo>
                  <a:lnTo>
                    <a:pt x="3241081" y="13668"/>
                  </a:lnTo>
                  <a:lnTo>
                    <a:pt x="3263674" y="45203"/>
                  </a:lnTo>
                  <a:lnTo>
                    <a:pt x="3267074" y="62297"/>
                  </a:lnTo>
                  <a:lnTo>
                    <a:pt x="3267074" y="1023552"/>
                  </a:lnTo>
                  <a:lnTo>
                    <a:pt x="3253404" y="1059857"/>
                  </a:lnTo>
                  <a:lnTo>
                    <a:pt x="3221868" y="1082449"/>
                  </a:lnTo>
                  <a:lnTo>
                    <a:pt x="3209112" y="1085422"/>
                  </a:lnTo>
                  <a:lnTo>
                    <a:pt x="3204777" y="10858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153398" y="3381374"/>
              <a:ext cx="3267075" cy="1085850"/>
            </a:xfrm>
            <a:custGeom>
              <a:avLst/>
              <a:gdLst/>
              <a:ahLst/>
              <a:cxnLst/>
              <a:rect l="l" t="t" r="r" b="b"/>
              <a:pathLst>
                <a:path w="3267075" h="1085850">
                  <a:moveTo>
                    <a:pt x="0" y="10191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6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5" y="41159"/>
                  </a:lnTo>
                  <a:lnTo>
                    <a:pt x="6750" y="37114"/>
                  </a:lnTo>
                  <a:lnTo>
                    <a:pt x="8804" y="33272"/>
                  </a:lnTo>
                  <a:lnTo>
                    <a:pt x="11237" y="29631"/>
                  </a:lnTo>
                  <a:lnTo>
                    <a:pt x="13668" y="25991"/>
                  </a:lnTo>
                  <a:lnTo>
                    <a:pt x="16433" y="22623"/>
                  </a:lnTo>
                  <a:lnTo>
                    <a:pt x="19529" y="19528"/>
                  </a:lnTo>
                  <a:lnTo>
                    <a:pt x="22624" y="16432"/>
                  </a:lnTo>
                  <a:lnTo>
                    <a:pt x="25992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7" y="0"/>
                  </a:lnTo>
                  <a:lnTo>
                    <a:pt x="66675" y="0"/>
                  </a:lnTo>
                  <a:lnTo>
                    <a:pt x="3200400" y="0"/>
                  </a:lnTo>
                  <a:lnTo>
                    <a:pt x="3204777" y="0"/>
                  </a:lnTo>
                  <a:lnTo>
                    <a:pt x="3209112" y="427"/>
                  </a:lnTo>
                  <a:lnTo>
                    <a:pt x="3213406" y="1281"/>
                  </a:lnTo>
                  <a:lnTo>
                    <a:pt x="3217700" y="2134"/>
                  </a:lnTo>
                  <a:lnTo>
                    <a:pt x="3221868" y="3399"/>
                  </a:lnTo>
                  <a:lnTo>
                    <a:pt x="3225913" y="5075"/>
                  </a:lnTo>
                  <a:lnTo>
                    <a:pt x="3229958" y="6750"/>
                  </a:lnTo>
                  <a:lnTo>
                    <a:pt x="3233800" y="8804"/>
                  </a:lnTo>
                  <a:lnTo>
                    <a:pt x="3237441" y="11236"/>
                  </a:lnTo>
                  <a:lnTo>
                    <a:pt x="3241081" y="13668"/>
                  </a:lnTo>
                  <a:lnTo>
                    <a:pt x="3255836" y="29631"/>
                  </a:lnTo>
                  <a:lnTo>
                    <a:pt x="3258270" y="33272"/>
                  </a:lnTo>
                  <a:lnTo>
                    <a:pt x="3267075" y="66674"/>
                  </a:lnTo>
                  <a:lnTo>
                    <a:pt x="3267075" y="1019174"/>
                  </a:lnTo>
                  <a:lnTo>
                    <a:pt x="3261998" y="1044689"/>
                  </a:lnTo>
                  <a:lnTo>
                    <a:pt x="3260323" y="1048734"/>
                  </a:lnTo>
                  <a:lnTo>
                    <a:pt x="3258270" y="1052576"/>
                  </a:lnTo>
                  <a:lnTo>
                    <a:pt x="3255836" y="1056216"/>
                  </a:lnTo>
                  <a:lnTo>
                    <a:pt x="3253404" y="1059857"/>
                  </a:lnTo>
                  <a:lnTo>
                    <a:pt x="3225913" y="1080774"/>
                  </a:lnTo>
                  <a:lnTo>
                    <a:pt x="3221868" y="1082449"/>
                  </a:lnTo>
                  <a:lnTo>
                    <a:pt x="3217700" y="1083714"/>
                  </a:lnTo>
                  <a:lnTo>
                    <a:pt x="3213406" y="1084568"/>
                  </a:lnTo>
                  <a:lnTo>
                    <a:pt x="3209112" y="1085422"/>
                  </a:lnTo>
                  <a:lnTo>
                    <a:pt x="3204777" y="1085849"/>
                  </a:lnTo>
                  <a:lnTo>
                    <a:pt x="3200400" y="1085849"/>
                  </a:lnTo>
                  <a:lnTo>
                    <a:pt x="66675" y="1085849"/>
                  </a:lnTo>
                  <a:lnTo>
                    <a:pt x="62297" y="1085849"/>
                  </a:lnTo>
                  <a:lnTo>
                    <a:pt x="57960" y="1085422"/>
                  </a:lnTo>
                  <a:lnTo>
                    <a:pt x="53667" y="1084568"/>
                  </a:lnTo>
                  <a:lnTo>
                    <a:pt x="49373" y="1083714"/>
                  </a:lnTo>
                  <a:lnTo>
                    <a:pt x="45203" y="1082449"/>
                  </a:lnTo>
                  <a:lnTo>
                    <a:pt x="41159" y="1080774"/>
                  </a:lnTo>
                  <a:lnTo>
                    <a:pt x="37114" y="1079098"/>
                  </a:lnTo>
                  <a:lnTo>
                    <a:pt x="8804" y="1052576"/>
                  </a:lnTo>
                  <a:lnTo>
                    <a:pt x="5075" y="1044689"/>
                  </a:lnTo>
                  <a:lnTo>
                    <a:pt x="3399" y="1040645"/>
                  </a:lnTo>
                  <a:lnTo>
                    <a:pt x="2134" y="1036475"/>
                  </a:lnTo>
                  <a:lnTo>
                    <a:pt x="1280" y="1032182"/>
                  </a:lnTo>
                  <a:lnTo>
                    <a:pt x="426" y="1027888"/>
                  </a:lnTo>
                  <a:lnTo>
                    <a:pt x="0" y="1023552"/>
                  </a:lnTo>
                  <a:lnTo>
                    <a:pt x="0" y="1019174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277224" y="35051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200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6"/>
                  </a:lnTo>
                  <a:lnTo>
                    <a:pt x="353902" y="92572"/>
                  </a:lnTo>
                  <a:lnTo>
                    <a:pt x="372798" y="135200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6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81999" y="3609974"/>
              <a:ext cx="172488" cy="172521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8756550" y="3556480"/>
            <a:ext cx="1273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1D40AF"/>
                </a:solidFill>
                <a:latin typeface="Arial"/>
                <a:cs typeface="Arial"/>
              </a:rPr>
              <a:t>5.</a:t>
            </a:r>
            <a:r>
              <a:rPr sz="1600" b="1" spc="-65" dirty="0">
                <a:solidFill>
                  <a:srgbClr val="1D40AF"/>
                </a:solidFill>
                <a:latin typeface="Arial"/>
                <a:cs typeface="Arial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집단</a:t>
            </a:r>
            <a:r>
              <a:rPr sz="1500" b="1" spc="-14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과정</a:t>
            </a:r>
            <a:r>
              <a:rPr sz="1500" b="1" spc="-14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성찰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94650" y="3941736"/>
            <a:ext cx="2420620" cy="406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0"/>
              </a:spcBef>
            </a:pP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팀의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목표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달성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과정을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정기적으로</a:t>
            </a:r>
            <a:r>
              <a:rPr sz="1150" spc="-8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200" dirty="0">
                <a:solidFill>
                  <a:srgbClr val="374050"/>
                </a:solidFill>
                <a:latin typeface="Dotum"/>
                <a:cs typeface="Dotum"/>
              </a:rPr>
              <a:t>돌아보고</a:t>
            </a:r>
            <a:r>
              <a:rPr sz="1150" spc="5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374050"/>
                </a:solidFill>
                <a:latin typeface="Dotum"/>
                <a:cs typeface="Dotum"/>
              </a:rPr>
              <a:t>개선하는</a:t>
            </a:r>
            <a:r>
              <a:rPr sz="1150" spc="-7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150" spc="-25" dirty="0">
                <a:solidFill>
                  <a:srgbClr val="374050"/>
                </a:solidFill>
                <a:latin typeface="Dotum"/>
                <a:cs typeface="Dotum"/>
              </a:rPr>
              <a:t>활동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124573" y="4705349"/>
            <a:ext cx="3876675" cy="476250"/>
            <a:chOff x="6124573" y="4705349"/>
            <a:chExt cx="3876675" cy="476250"/>
          </a:xfrm>
        </p:grpSpPr>
        <p:sp>
          <p:nvSpPr>
            <p:cNvPr id="42" name="object 42"/>
            <p:cNvSpPr/>
            <p:nvPr/>
          </p:nvSpPr>
          <p:spPr>
            <a:xfrm>
              <a:off x="6129336" y="4710112"/>
              <a:ext cx="3867150" cy="466725"/>
            </a:xfrm>
            <a:custGeom>
              <a:avLst/>
              <a:gdLst/>
              <a:ahLst/>
              <a:cxnLst/>
              <a:rect l="l" t="t" r="r" b="b"/>
              <a:pathLst>
                <a:path w="3867150" h="466725">
                  <a:moveTo>
                    <a:pt x="3818202" y="466724"/>
                  </a:moveTo>
                  <a:lnTo>
                    <a:pt x="48948" y="466724"/>
                  </a:lnTo>
                  <a:lnTo>
                    <a:pt x="45540" y="466388"/>
                  </a:lnTo>
                  <a:lnTo>
                    <a:pt x="10738" y="446302"/>
                  </a:lnTo>
                  <a:lnTo>
                    <a:pt x="0" y="417776"/>
                  </a:lnTo>
                  <a:lnTo>
                    <a:pt x="0" y="414337"/>
                  </a:lnTo>
                  <a:lnTo>
                    <a:pt x="0" y="48947"/>
                  </a:lnTo>
                  <a:lnTo>
                    <a:pt x="17775" y="12911"/>
                  </a:lnTo>
                  <a:lnTo>
                    <a:pt x="48948" y="0"/>
                  </a:lnTo>
                  <a:lnTo>
                    <a:pt x="3818202" y="0"/>
                  </a:lnTo>
                  <a:lnTo>
                    <a:pt x="3854238" y="17775"/>
                  </a:lnTo>
                  <a:lnTo>
                    <a:pt x="3867149" y="48947"/>
                  </a:lnTo>
                  <a:lnTo>
                    <a:pt x="3867149" y="417776"/>
                  </a:lnTo>
                  <a:lnTo>
                    <a:pt x="3849373" y="453812"/>
                  </a:lnTo>
                  <a:lnTo>
                    <a:pt x="3821608" y="466388"/>
                  </a:lnTo>
                  <a:lnTo>
                    <a:pt x="3818202" y="466724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29336" y="4710112"/>
              <a:ext cx="3867150" cy="466725"/>
            </a:xfrm>
            <a:custGeom>
              <a:avLst/>
              <a:gdLst/>
              <a:ahLst/>
              <a:cxnLst/>
              <a:rect l="l" t="t" r="r" b="b"/>
              <a:pathLst>
                <a:path w="3867150" h="466725">
                  <a:moveTo>
                    <a:pt x="0" y="4143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6" y="38792"/>
                  </a:lnTo>
                  <a:lnTo>
                    <a:pt x="2670" y="35516"/>
                  </a:lnTo>
                  <a:lnTo>
                    <a:pt x="3986" y="32338"/>
                  </a:lnTo>
                  <a:lnTo>
                    <a:pt x="5303" y="29160"/>
                  </a:lnTo>
                  <a:lnTo>
                    <a:pt x="6917" y="26141"/>
                  </a:lnTo>
                  <a:lnTo>
                    <a:pt x="8827" y="23282"/>
                  </a:lnTo>
                  <a:lnTo>
                    <a:pt x="10738" y="20421"/>
                  </a:lnTo>
                  <a:lnTo>
                    <a:pt x="12910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1" y="10739"/>
                  </a:lnTo>
                  <a:lnTo>
                    <a:pt x="48948" y="0"/>
                  </a:lnTo>
                  <a:lnTo>
                    <a:pt x="52388" y="0"/>
                  </a:lnTo>
                  <a:lnTo>
                    <a:pt x="3814762" y="0"/>
                  </a:lnTo>
                  <a:lnTo>
                    <a:pt x="3818202" y="0"/>
                  </a:lnTo>
                  <a:lnTo>
                    <a:pt x="3821608" y="335"/>
                  </a:lnTo>
                  <a:lnTo>
                    <a:pt x="3856410" y="20421"/>
                  </a:lnTo>
                  <a:lnTo>
                    <a:pt x="3858320" y="23282"/>
                  </a:lnTo>
                  <a:lnTo>
                    <a:pt x="3860232" y="26142"/>
                  </a:lnTo>
                  <a:lnTo>
                    <a:pt x="3861845" y="29160"/>
                  </a:lnTo>
                  <a:lnTo>
                    <a:pt x="3863162" y="32338"/>
                  </a:lnTo>
                  <a:lnTo>
                    <a:pt x="3864479" y="35517"/>
                  </a:lnTo>
                  <a:lnTo>
                    <a:pt x="3867150" y="52387"/>
                  </a:lnTo>
                  <a:lnTo>
                    <a:pt x="3867150" y="414337"/>
                  </a:lnTo>
                  <a:lnTo>
                    <a:pt x="3863162" y="434384"/>
                  </a:lnTo>
                  <a:lnTo>
                    <a:pt x="3861845" y="437562"/>
                  </a:lnTo>
                  <a:lnTo>
                    <a:pt x="3860232" y="440581"/>
                  </a:lnTo>
                  <a:lnTo>
                    <a:pt x="3858320" y="443441"/>
                  </a:lnTo>
                  <a:lnTo>
                    <a:pt x="3856410" y="446302"/>
                  </a:lnTo>
                  <a:lnTo>
                    <a:pt x="3854238" y="448948"/>
                  </a:lnTo>
                  <a:lnTo>
                    <a:pt x="3851805" y="451380"/>
                  </a:lnTo>
                  <a:lnTo>
                    <a:pt x="3849373" y="453812"/>
                  </a:lnTo>
                  <a:lnTo>
                    <a:pt x="3814762" y="466724"/>
                  </a:lnTo>
                  <a:lnTo>
                    <a:pt x="52388" y="466724"/>
                  </a:lnTo>
                  <a:lnTo>
                    <a:pt x="15343" y="451380"/>
                  </a:lnTo>
                  <a:lnTo>
                    <a:pt x="12910" y="448948"/>
                  </a:lnTo>
                  <a:lnTo>
                    <a:pt x="10738" y="446302"/>
                  </a:lnTo>
                  <a:lnTo>
                    <a:pt x="8827" y="443442"/>
                  </a:lnTo>
                  <a:lnTo>
                    <a:pt x="6917" y="440581"/>
                  </a:lnTo>
                  <a:lnTo>
                    <a:pt x="5303" y="437562"/>
                  </a:lnTo>
                  <a:lnTo>
                    <a:pt x="3986" y="434384"/>
                  </a:lnTo>
                  <a:lnTo>
                    <a:pt x="2670" y="431206"/>
                  </a:lnTo>
                  <a:lnTo>
                    <a:pt x="1676" y="427930"/>
                  </a:lnTo>
                  <a:lnTo>
                    <a:pt x="1006" y="424557"/>
                  </a:lnTo>
                  <a:lnTo>
                    <a:pt x="335" y="421183"/>
                  </a:lnTo>
                  <a:lnTo>
                    <a:pt x="0" y="417776"/>
                  </a:lnTo>
                  <a:lnTo>
                    <a:pt x="0" y="414337"/>
                  </a:lnTo>
                  <a:close/>
                </a:path>
              </a:pathLst>
            </a:custGeom>
            <a:ln w="9524">
              <a:solidFill>
                <a:srgbClr val="93C4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4599" y="4876799"/>
              <a:ext cx="152399" cy="15239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6587529" y="4825237"/>
            <a:ext cx="322516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이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10" dirty="0">
                <a:solidFill>
                  <a:srgbClr val="1D40AF"/>
                </a:solidFill>
                <a:latin typeface="Gulim"/>
                <a:cs typeface="Gulim"/>
              </a:rPr>
              <a:t>5</a:t>
            </a:r>
            <a:r>
              <a:rPr sz="1350" spc="-210" dirty="0">
                <a:solidFill>
                  <a:srgbClr val="1D40AF"/>
                </a:solidFill>
                <a:latin typeface="Dotum"/>
                <a:cs typeface="Dotum"/>
              </a:rPr>
              <a:t>가지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요소가</a:t>
            </a:r>
            <a:r>
              <a:rPr sz="1350" spc="-10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모두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갖추어져야</a:t>
            </a:r>
            <a:r>
              <a:rPr sz="1350" spc="-10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진정한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165" dirty="0">
                <a:solidFill>
                  <a:srgbClr val="1D40AF"/>
                </a:solidFill>
                <a:latin typeface="Dotum"/>
                <a:cs typeface="Dotum"/>
              </a:rPr>
              <a:t>협동학습</a:t>
            </a:r>
            <a:r>
              <a:rPr sz="1350" spc="-165" dirty="0">
                <a:solidFill>
                  <a:srgbClr val="1D40AF"/>
                </a:solidFill>
                <a:latin typeface="Gulim"/>
                <a:cs typeface="Gulim"/>
              </a:rPr>
              <a:t>!</a:t>
            </a:r>
            <a:endParaRPr sz="1350">
              <a:latin typeface="Gulim"/>
              <a:cs typeface="Gulim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066800" y="22479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375046" y="571500"/>
                </a:moveTo>
                <a:lnTo>
                  <a:pt x="311646" y="571500"/>
                </a:lnTo>
                <a:lnTo>
                  <a:pt x="301572" y="569462"/>
                </a:lnTo>
                <a:lnTo>
                  <a:pt x="293340" y="563909"/>
                </a:lnTo>
                <a:lnTo>
                  <a:pt x="287787" y="555677"/>
                </a:lnTo>
                <a:lnTo>
                  <a:pt x="285750" y="545603"/>
                </a:lnTo>
                <a:lnTo>
                  <a:pt x="286890" y="538158"/>
                </a:lnTo>
                <a:lnTo>
                  <a:pt x="290019" y="531330"/>
                </a:lnTo>
                <a:lnTo>
                  <a:pt x="294697" y="525276"/>
                </a:lnTo>
                <a:lnTo>
                  <a:pt x="300483" y="520154"/>
                </a:lnTo>
                <a:lnTo>
                  <a:pt x="309225" y="512215"/>
                </a:lnTo>
                <a:lnTo>
                  <a:pt x="315831" y="503104"/>
                </a:lnTo>
                <a:lnTo>
                  <a:pt x="320010" y="493030"/>
                </a:lnTo>
                <a:lnTo>
                  <a:pt x="321468" y="482203"/>
                </a:lnTo>
                <a:lnTo>
                  <a:pt x="315847" y="461352"/>
                </a:lnTo>
                <a:lnTo>
                  <a:pt x="300525" y="444321"/>
                </a:lnTo>
                <a:lnTo>
                  <a:pt x="277816" y="432836"/>
                </a:lnTo>
                <a:lnTo>
                  <a:pt x="250031" y="428625"/>
                </a:lnTo>
                <a:lnTo>
                  <a:pt x="222246" y="432836"/>
                </a:lnTo>
                <a:lnTo>
                  <a:pt x="199536" y="444321"/>
                </a:lnTo>
                <a:lnTo>
                  <a:pt x="184214" y="461352"/>
                </a:lnTo>
                <a:lnTo>
                  <a:pt x="178593" y="482203"/>
                </a:lnTo>
                <a:lnTo>
                  <a:pt x="180051" y="493030"/>
                </a:lnTo>
                <a:lnTo>
                  <a:pt x="184230" y="503104"/>
                </a:lnTo>
                <a:lnTo>
                  <a:pt x="190837" y="512215"/>
                </a:lnTo>
                <a:lnTo>
                  <a:pt x="199578" y="520154"/>
                </a:lnTo>
                <a:lnTo>
                  <a:pt x="205365" y="525276"/>
                </a:lnTo>
                <a:lnTo>
                  <a:pt x="210042" y="531330"/>
                </a:lnTo>
                <a:lnTo>
                  <a:pt x="213171" y="538158"/>
                </a:lnTo>
                <a:lnTo>
                  <a:pt x="214312" y="545603"/>
                </a:lnTo>
                <a:lnTo>
                  <a:pt x="212275" y="555677"/>
                </a:lnTo>
                <a:lnTo>
                  <a:pt x="206722" y="563909"/>
                </a:lnTo>
                <a:lnTo>
                  <a:pt x="198490" y="569462"/>
                </a:lnTo>
                <a:lnTo>
                  <a:pt x="188416" y="571500"/>
                </a:lnTo>
                <a:lnTo>
                  <a:pt x="53578" y="571500"/>
                </a:lnTo>
                <a:lnTo>
                  <a:pt x="32727" y="567288"/>
                </a:lnTo>
                <a:lnTo>
                  <a:pt x="15696" y="555803"/>
                </a:lnTo>
                <a:lnTo>
                  <a:pt x="4211" y="538772"/>
                </a:lnTo>
                <a:lnTo>
                  <a:pt x="0" y="517921"/>
                </a:lnTo>
                <a:lnTo>
                  <a:pt x="0" y="383083"/>
                </a:lnTo>
                <a:lnTo>
                  <a:pt x="2037" y="373009"/>
                </a:lnTo>
                <a:lnTo>
                  <a:pt x="7590" y="364777"/>
                </a:lnTo>
                <a:lnTo>
                  <a:pt x="15822" y="359224"/>
                </a:lnTo>
                <a:lnTo>
                  <a:pt x="25896" y="357187"/>
                </a:lnTo>
                <a:lnTo>
                  <a:pt x="33341" y="358328"/>
                </a:lnTo>
                <a:lnTo>
                  <a:pt x="40169" y="361457"/>
                </a:lnTo>
                <a:lnTo>
                  <a:pt x="46223" y="366134"/>
                </a:lnTo>
                <a:lnTo>
                  <a:pt x="51345" y="371921"/>
                </a:lnTo>
                <a:lnTo>
                  <a:pt x="59284" y="380662"/>
                </a:lnTo>
                <a:lnTo>
                  <a:pt x="68395" y="387269"/>
                </a:lnTo>
                <a:lnTo>
                  <a:pt x="78469" y="391448"/>
                </a:lnTo>
                <a:lnTo>
                  <a:pt x="89296" y="392906"/>
                </a:lnTo>
                <a:lnTo>
                  <a:pt x="110147" y="387285"/>
                </a:lnTo>
                <a:lnTo>
                  <a:pt x="127178" y="371963"/>
                </a:lnTo>
                <a:lnTo>
                  <a:pt x="138663" y="349253"/>
                </a:lnTo>
                <a:lnTo>
                  <a:pt x="142875" y="321468"/>
                </a:lnTo>
                <a:lnTo>
                  <a:pt x="138663" y="293683"/>
                </a:lnTo>
                <a:lnTo>
                  <a:pt x="127178" y="270974"/>
                </a:lnTo>
                <a:lnTo>
                  <a:pt x="110147" y="255652"/>
                </a:lnTo>
                <a:lnTo>
                  <a:pt x="89296" y="250031"/>
                </a:lnTo>
                <a:lnTo>
                  <a:pt x="78469" y="251489"/>
                </a:lnTo>
                <a:lnTo>
                  <a:pt x="68395" y="255668"/>
                </a:lnTo>
                <a:lnTo>
                  <a:pt x="59284" y="262274"/>
                </a:lnTo>
                <a:lnTo>
                  <a:pt x="51345" y="271016"/>
                </a:lnTo>
                <a:lnTo>
                  <a:pt x="46223" y="276802"/>
                </a:lnTo>
                <a:lnTo>
                  <a:pt x="40169" y="281480"/>
                </a:lnTo>
                <a:lnTo>
                  <a:pt x="33341" y="284609"/>
                </a:lnTo>
                <a:lnTo>
                  <a:pt x="25896" y="285750"/>
                </a:lnTo>
                <a:lnTo>
                  <a:pt x="15822" y="283712"/>
                </a:lnTo>
                <a:lnTo>
                  <a:pt x="7590" y="278159"/>
                </a:lnTo>
                <a:lnTo>
                  <a:pt x="2037" y="269927"/>
                </a:lnTo>
                <a:lnTo>
                  <a:pt x="0" y="259853"/>
                </a:lnTo>
                <a:lnTo>
                  <a:pt x="0" y="196453"/>
                </a:lnTo>
                <a:lnTo>
                  <a:pt x="4211" y="175602"/>
                </a:lnTo>
                <a:lnTo>
                  <a:pt x="15696" y="158571"/>
                </a:lnTo>
                <a:lnTo>
                  <a:pt x="32727" y="147086"/>
                </a:lnTo>
                <a:lnTo>
                  <a:pt x="53578" y="142875"/>
                </a:lnTo>
                <a:lnTo>
                  <a:pt x="188416" y="142875"/>
                </a:lnTo>
                <a:lnTo>
                  <a:pt x="198490" y="140837"/>
                </a:lnTo>
                <a:lnTo>
                  <a:pt x="206722" y="135284"/>
                </a:lnTo>
                <a:lnTo>
                  <a:pt x="212275" y="127052"/>
                </a:lnTo>
                <a:lnTo>
                  <a:pt x="214312" y="116978"/>
                </a:lnTo>
                <a:lnTo>
                  <a:pt x="213171" y="109533"/>
                </a:lnTo>
                <a:lnTo>
                  <a:pt x="210042" y="102705"/>
                </a:lnTo>
                <a:lnTo>
                  <a:pt x="205365" y="96651"/>
                </a:lnTo>
                <a:lnTo>
                  <a:pt x="199578" y="91529"/>
                </a:lnTo>
                <a:lnTo>
                  <a:pt x="190837" y="83590"/>
                </a:lnTo>
                <a:lnTo>
                  <a:pt x="184230" y="74479"/>
                </a:lnTo>
                <a:lnTo>
                  <a:pt x="180051" y="64405"/>
                </a:lnTo>
                <a:lnTo>
                  <a:pt x="178593" y="53578"/>
                </a:lnTo>
                <a:lnTo>
                  <a:pt x="184214" y="32727"/>
                </a:lnTo>
                <a:lnTo>
                  <a:pt x="199536" y="15696"/>
                </a:lnTo>
                <a:lnTo>
                  <a:pt x="222246" y="4211"/>
                </a:lnTo>
                <a:lnTo>
                  <a:pt x="250031" y="0"/>
                </a:lnTo>
                <a:lnTo>
                  <a:pt x="277816" y="4211"/>
                </a:lnTo>
                <a:lnTo>
                  <a:pt x="300525" y="15696"/>
                </a:lnTo>
                <a:lnTo>
                  <a:pt x="315847" y="32727"/>
                </a:lnTo>
                <a:lnTo>
                  <a:pt x="321468" y="53578"/>
                </a:lnTo>
                <a:lnTo>
                  <a:pt x="320010" y="64405"/>
                </a:lnTo>
                <a:lnTo>
                  <a:pt x="315831" y="74479"/>
                </a:lnTo>
                <a:lnTo>
                  <a:pt x="309225" y="83590"/>
                </a:lnTo>
                <a:lnTo>
                  <a:pt x="300483" y="91529"/>
                </a:lnTo>
                <a:lnTo>
                  <a:pt x="294697" y="96651"/>
                </a:lnTo>
                <a:lnTo>
                  <a:pt x="290019" y="102705"/>
                </a:lnTo>
                <a:lnTo>
                  <a:pt x="286890" y="109533"/>
                </a:lnTo>
                <a:lnTo>
                  <a:pt x="285750" y="116978"/>
                </a:lnTo>
                <a:lnTo>
                  <a:pt x="287787" y="127052"/>
                </a:lnTo>
                <a:lnTo>
                  <a:pt x="293340" y="135284"/>
                </a:lnTo>
                <a:lnTo>
                  <a:pt x="301572" y="140837"/>
                </a:lnTo>
                <a:lnTo>
                  <a:pt x="311646" y="142875"/>
                </a:lnTo>
                <a:lnTo>
                  <a:pt x="375046" y="142875"/>
                </a:lnTo>
                <a:lnTo>
                  <a:pt x="395897" y="147086"/>
                </a:lnTo>
                <a:lnTo>
                  <a:pt x="412928" y="158571"/>
                </a:lnTo>
                <a:lnTo>
                  <a:pt x="424413" y="175602"/>
                </a:lnTo>
                <a:lnTo>
                  <a:pt x="428625" y="196453"/>
                </a:lnTo>
                <a:lnTo>
                  <a:pt x="428625" y="259853"/>
                </a:lnTo>
                <a:lnTo>
                  <a:pt x="430662" y="269927"/>
                </a:lnTo>
                <a:lnTo>
                  <a:pt x="436215" y="278159"/>
                </a:lnTo>
                <a:lnTo>
                  <a:pt x="444447" y="283712"/>
                </a:lnTo>
                <a:lnTo>
                  <a:pt x="454521" y="285750"/>
                </a:lnTo>
                <a:lnTo>
                  <a:pt x="461966" y="284609"/>
                </a:lnTo>
                <a:lnTo>
                  <a:pt x="468794" y="281480"/>
                </a:lnTo>
                <a:lnTo>
                  <a:pt x="474848" y="276802"/>
                </a:lnTo>
                <a:lnTo>
                  <a:pt x="479970" y="271016"/>
                </a:lnTo>
                <a:lnTo>
                  <a:pt x="487909" y="262274"/>
                </a:lnTo>
                <a:lnTo>
                  <a:pt x="497020" y="255668"/>
                </a:lnTo>
                <a:lnTo>
                  <a:pt x="507094" y="251489"/>
                </a:lnTo>
                <a:lnTo>
                  <a:pt x="517921" y="250031"/>
                </a:lnTo>
                <a:lnTo>
                  <a:pt x="538772" y="255652"/>
                </a:lnTo>
                <a:lnTo>
                  <a:pt x="555803" y="270974"/>
                </a:lnTo>
                <a:lnTo>
                  <a:pt x="567288" y="293683"/>
                </a:lnTo>
                <a:lnTo>
                  <a:pt x="571500" y="321468"/>
                </a:lnTo>
                <a:lnTo>
                  <a:pt x="567288" y="349253"/>
                </a:lnTo>
                <a:lnTo>
                  <a:pt x="555803" y="371963"/>
                </a:lnTo>
                <a:lnTo>
                  <a:pt x="538772" y="387285"/>
                </a:lnTo>
                <a:lnTo>
                  <a:pt x="517921" y="392906"/>
                </a:lnTo>
                <a:lnTo>
                  <a:pt x="507094" y="391448"/>
                </a:lnTo>
                <a:lnTo>
                  <a:pt x="497020" y="387269"/>
                </a:lnTo>
                <a:lnTo>
                  <a:pt x="487909" y="380662"/>
                </a:lnTo>
                <a:lnTo>
                  <a:pt x="479970" y="371921"/>
                </a:lnTo>
                <a:lnTo>
                  <a:pt x="474848" y="366134"/>
                </a:lnTo>
                <a:lnTo>
                  <a:pt x="468794" y="361457"/>
                </a:lnTo>
                <a:lnTo>
                  <a:pt x="461966" y="358328"/>
                </a:lnTo>
                <a:lnTo>
                  <a:pt x="454521" y="357187"/>
                </a:lnTo>
                <a:lnTo>
                  <a:pt x="444447" y="359224"/>
                </a:lnTo>
                <a:lnTo>
                  <a:pt x="436215" y="364777"/>
                </a:lnTo>
                <a:lnTo>
                  <a:pt x="430662" y="373009"/>
                </a:lnTo>
                <a:lnTo>
                  <a:pt x="428625" y="383083"/>
                </a:lnTo>
                <a:lnTo>
                  <a:pt x="428625" y="517921"/>
                </a:lnTo>
                <a:lnTo>
                  <a:pt x="424413" y="538772"/>
                </a:lnTo>
                <a:lnTo>
                  <a:pt x="412928" y="555803"/>
                </a:lnTo>
                <a:lnTo>
                  <a:pt x="395897" y="567288"/>
                </a:lnTo>
                <a:lnTo>
                  <a:pt x="375046" y="571500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1085850"/>
          </a:xfrm>
          <a:custGeom>
            <a:avLst/>
            <a:gdLst/>
            <a:ahLst/>
            <a:cxnLst/>
            <a:rect l="l" t="t" r="r" b="b"/>
            <a:pathLst>
              <a:path w="76200" h="1085850">
                <a:moveTo>
                  <a:pt x="76199" y="1085849"/>
                </a:moveTo>
                <a:lnTo>
                  <a:pt x="0" y="1085849"/>
                </a:lnTo>
                <a:lnTo>
                  <a:pt x="0" y="0"/>
                </a:lnTo>
                <a:lnTo>
                  <a:pt x="76199" y="0"/>
                </a:lnTo>
                <a:lnTo>
                  <a:pt x="76199" y="10858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5"/>
              </a:spcBef>
            </a:pPr>
            <a:r>
              <a:rPr sz="3150" spc="-190" dirty="0">
                <a:latin typeface="Trebuchet MS"/>
                <a:cs typeface="Trebuchet MS"/>
              </a:rPr>
              <a:t>3-</a:t>
            </a:r>
            <a:r>
              <a:rPr sz="3150" spc="-235" dirty="0">
                <a:latin typeface="Trebuchet MS"/>
                <a:cs typeface="Trebuchet MS"/>
              </a:rPr>
              <a:t>1.</a:t>
            </a:r>
            <a:r>
              <a:rPr sz="3150" spc="-215" dirty="0">
                <a:latin typeface="Trebuchet MS"/>
                <a:cs typeface="Trebuchet MS"/>
              </a:rPr>
              <a:t> </a:t>
            </a:r>
            <a:r>
              <a:rPr spc="-660" dirty="0"/>
              <a:t>긍정적 </a:t>
            </a:r>
            <a:r>
              <a:rPr spc="-650" dirty="0"/>
              <a:t>상호의존성</a:t>
            </a:r>
            <a:endParaRPr sz="31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95824" y="2590799"/>
            <a:ext cx="6734175" cy="1104900"/>
            <a:chOff x="4695824" y="2590799"/>
            <a:chExt cx="6734175" cy="1104900"/>
          </a:xfrm>
        </p:grpSpPr>
        <p:sp>
          <p:nvSpPr>
            <p:cNvPr id="5" name="object 5"/>
            <p:cNvSpPr/>
            <p:nvPr/>
          </p:nvSpPr>
          <p:spPr>
            <a:xfrm>
              <a:off x="4705349" y="2600324"/>
              <a:ext cx="6715125" cy="1085850"/>
            </a:xfrm>
            <a:custGeom>
              <a:avLst/>
              <a:gdLst/>
              <a:ahLst/>
              <a:cxnLst/>
              <a:rect l="l" t="t" r="r" b="b"/>
              <a:pathLst>
                <a:path w="6715125" h="1085850">
                  <a:moveTo>
                    <a:pt x="6652827" y="1085849"/>
                  </a:moveTo>
                  <a:lnTo>
                    <a:pt x="62296" y="1085849"/>
                  </a:lnTo>
                  <a:lnTo>
                    <a:pt x="57960" y="1085422"/>
                  </a:lnTo>
                  <a:lnTo>
                    <a:pt x="22623" y="1069416"/>
                  </a:lnTo>
                  <a:lnTo>
                    <a:pt x="2134" y="1036475"/>
                  </a:lnTo>
                  <a:lnTo>
                    <a:pt x="0" y="1023552"/>
                  </a:lnTo>
                  <a:lnTo>
                    <a:pt x="0" y="1019174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400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4"/>
                  </a:lnTo>
                  <a:lnTo>
                    <a:pt x="6715123" y="62297"/>
                  </a:lnTo>
                  <a:lnTo>
                    <a:pt x="6715123" y="1023552"/>
                  </a:lnTo>
                  <a:lnTo>
                    <a:pt x="6701453" y="1059857"/>
                  </a:lnTo>
                  <a:lnTo>
                    <a:pt x="6669917" y="1082449"/>
                  </a:lnTo>
                  <a:lnTo>
                    <a:pt x="6657161" y="1085422"/>
                  </a:lnTo>
                  <a:lnTo>
                    <a:pt x="6652827" y="10858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05349" y="2600324"/>
              <a:ext cx="6715125" cy="1085850"/>
            </a:xfrm>
            <a:custGeom>
              <a:avLst/>
              <a:gdLst/>
              <a:ahLst/>
              <a:cxnLst/>
              <a:rect l="l" t="t" r="r" b="b"/>
              <a:pathLst>
                <a:path w="6715125" h="1085850">
                  <a:moveTo>
                    <a:pt x="0" y="10191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41159" y="5075"/>
                  </a:lnTo>
                  <a:lnTo>
                    <a:pt x="45203" y="3400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400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703885" y="29631"/>
                  </a:lnTo>
                  <a:lnTo>
                    <a:pt x="6706319" y="33272"/>
                  </a:lnTo>
                  <a:lnTo>
                    <a:pt x="6715124" y="66674"/>
                  </a:lnTo>
                  <a:lnTo>
                    <a:pt x="6715124" y="1019174"/>
                  </a:lnTo>
                  <a:lnTo>
                    <a:pt x="6703885" y="1056217"/>
                  </a:lnTo>
                  <a:lnTo>
                    <a:pt x="6701453" y="1059857"/>
                  </a:lnTo>
                  <a:lnTo>
                    <a:pt x="6685490" y="1074612"/>
                  </a:lnTo>
                  <a:lnTo>
                    <a:pt x="6681849" y="1077044"/>
                  </a:lnTo>
                  <a:lnTo>
                    <a:pt x="6678008" y="1079098"/>
                  </a:lnTo>
                  <a:lnTo>
                    <a:pt x="6673963" y="1080774"/>
                  </a:lnTo>
                  <a:lnTo>
                    <a:pt x="6669917" y="1082449"/>
                  </a:lnTo>
                  <a:lnTo>
                    <a:pt x="6665749" y="1083714"/>
                  </a:lnTo>
                  <a:lnTo>
                    <a:pt x="6661455" y="1084568"/>
                  </a:lnTo>
                  <a:lnTo>
                    <a:pt x="6657161" y="1085422"/>
                  </a:lnTo>
                  <a:lnTo>
                    <a:pt x="6652827" y="1085849"/>
                  </a:lnTo>
                  <a:lnTo>
                    <a:pt x="6648449" y="1085849"/>
                  </a:lnTo>
                  <a:lnTo>
                    <a:pt x="66674" y="1085849"/>
                  </a:lnTo>
                  <a:lnTo>
                    <a:pt x="62296" y="1085849"/>
                  </a:lnTo>
                  <a:lnTo>
                    <a:pt x="57960" y="1085422"/>
                  </a:lnTo>
                  <a:lnTo>
                    <a:pt x="53667" y="1084568"/>
                  </a:lnTo>
                  <a:lnTo>
                    <a:pt x="49372" y="1083714"/>
                  </a:lnTo>
                  <a:lnTo>
                    <a:pt x="45203" y="1082449"/>
                  </a:lnTo>
                  <a:lnTo>
                    <a:pt x="41158" y="1080774"/>
                  </a:lnTo>
                  <a:lnTo>
                    <a:pt x="37114" y="1079098"/>
                  </a:lnTo>
                  <a:lnTo>
                    <a:pt x="33271" y="1077044"/>
                  </a:lnTo>
                  <a:lnTo>
                    <a:pt x="29631" y="1074612"/>
                  </a:lnTo>
                  <a:lnTo>
                    <a:pt x="25991" y="1072180"/>
                  </a:lnTo>
                  <a:lnTo>
                    <a:pt x="22623" y="1069416"/>
                  </a:lnTo>
                  <a:lnTo>
                    <a:pt x="19528" y="1066321"/>
                  </a:lnTo>
                  <a:lnTo>
                    <a:pt x="16432" y="1063225"/>
                  </a:lnTo>
                  <a:lnTo>
                    <a:pt x="13668" y="1059857"/>
                  </a:lnTo>
                  <a:lnTo>
                    <a:pt x="11236" y="1056217"/>
                  </a:lnTo>
                  <a:lnTo>
                    <a:pt x="8803" y="1052576"/>
                  </a:lnTo>
                  <a:lnTo>
                    <a:pt x="6749" y="1048734"/>
                  </a:lnTo>
                  <a:lnTo>
                    <a:pt x="5074" y="1044689"/>
                  </a:lnTo>
                  <a:lnTo>
                    <a:pt x="3399" y="1040645"/>
                  </a:lnTo>
                  <a:lnTo>
                    <a:pt x="2134" y="1036475"/>
                  </a:lnTo>
                  <a:lnTo>
                    <a:pt x="1280" y="1032182"/>
                  </a:lnTo>
                  <a:lnTo>
                    <a:pt x="427" y="1027888"/>
                  </a:lnTo>
                  <a:lnTo>
                    <a:pt x="0" y="1023552"/>
                  </a:lnTo>
                  <a:lnTo>
                    <a:pt x="0" y="101917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7274" y="2809874"/>
              <a:ext cx="152399" cy="15239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695824" y="3809999"/>
            <a:ext cx="6734175" cy="876300"/>
            <a:chOff x="4695824" y="3809999"/>
            <a:chExt cx="6734175" cy="876300"/>
          </a:xfrm>
        </p:grpSpPr>
        <p:sp>
          <p:nvSpPr>
            <p:cNvPr id="9" name="object 9"/>
            <p:cNvSpPr/>
            <p:nvPr/>
          </p:nvSpPr>
          <p:spPr>
            <a:xfrm>
              <a:off x="4705349" y="3819524"/>
              <a:ext cx="6715125" cy="857250"/>
            </a:xfrm>
            <a:custGeom>
              <a:avLst/>
              <a:gdLst/>
              <a:ahLst/>
              <a:cxnLst/>
              <a:rect l="l" t="t" r="r" b="b"/>
              <a:pathLst>
                <a:path w="6715125" h="857250">
                  <a:moveTo>
                    <a:pt x="6652827" y="857249"/>
                  </a:moveTo>
                  <a:lnTo>
                    <a:pt x="62296" y="857249"/>
                  </a:lnTo>
                  <a:lnTo>
                    <a:pt x="57960" y="856822"/>
                  </a:lnTo>
                  <a:lnTo>
                    <a:pt x="22623" y="840816"/>
                  </a:lnTo>
                  <a:lnTo>
                    <a:pt x="2134" y="807876"/>
                  </a:lnTo>
                  <a:lnTo>
                    <a:pt x="0" y="794952"/>
                  </a:lnTo>
                  <a:lnTo>
                    <a:pt x="0" y="790574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400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7"/>
                  </a:lnTo>
                  <a:lnTo>
                    <a:pt x="6715123" y="794952"/>
                  </a:lnTo>
                  <a:lnTo>
                    <a:pt x="6701453" y="831257"/>
                  </a:lnTo>
                  <a:lnTo>
                    <a:pt x="6669917" y="853849"/>
                  </a:lnTo>
                  <a:lnTo>
                    <a:pt x="6657161" y="856822"/>
                  </a:lnTo>
                  <a:lnTo>
                    <a:pt x="6652827" y="857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05349" y="3819524"/>
              <a:ext cx="6715125" cy="857250"/>
            </a:xfrm>
            <a:custGeom>
              <a:avLst/>
              <a:gdLst/>
              <a:ahLst/>
              <a:cxnLst/>
              <a:rect l="l" t="t" r="r" b="b"/>
              <a:pathLst>
                <a:path w="6715125" h="857250">
                  <a:moveTo>
                    <a:pt x="0" y="7905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400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400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2"/>
                  </a:lnTo>
                  <a:lnTo>
                    <a:pt x="6706319" y="33272"/>
                  </a:lnTo>
                  <a:lnTo>
                    <a:pt x="6708372" y="37114"/>
                  </a:lnTo>
                  <a:lnTo>
                    <a:pt x="6710048" y="41159"/>
                  </a:lnTo>
                  <a:lnTo>
                    <a:pt x="6711723" y="45203"/>
                  </a:lnTo>
                  <a:lnTo>
                    <a:pt x="6715124" y="66674"/>
                  </a:lnTo>
                  <a:lnTo>
                    <a:pt x="6715124" y="790574"/>
                  </a:lnTo>
                  <a:lnTo>
                    <a:pt x="6703885" y="827617"/>
                  </a:lnTo>
                  <a:lnTo>
                    <a:pt x="6701453" y="831257"/>
                  </a:lnTo>
                  <a:lnTo>
                    <a:pt x="6685490" y="846012"/>
                  </a:lnTo>
                  <a:lnTo>
                    <a:pt x="6681849" y="848444"/>
                  </a:lnTo>
                  <a:lnTo>
                    <a:pt x="6678008" y="850498"/>
                  </a:lnTo>
                  <a:lnTo>
                    <a:pt x="6673963" y="852174"/>
                  </a:lnTo>
                  <a:lnTo>
                    <a:pt x="6669917" y="853849"/>
                  </a:lnTo>
                  <a:lnTo>
                    <a:pt x="6648449" y="857249"/>
                  </a:lnTo>
                  <a:lnTo>
                    <a:pt x="66674" y="857249"/>
                  </a:lnTo>
                  <a:lnTo>
                    <a:pt x="62296" y="857249"/>
                  </a:lnTo>
                  <a:lnTo>
                    <a:pt x="57960" y="856822"/>
                  </a:lnTo>
                  <a:lnTo>
                    <a:pt x="53667" y="855968"/>
                  </a:lnTo>
                  <a:lnTo>
                    <a:pt x="49372" y="855114"/>
                  </a:lnTo>
                  <a:lnTo>
                    <a:pt x="45203" y="853849"/>
                  </a:lnTo>
                  <a:lnTo>
                    <a:pt x="41158" y="852174"/>
                  </a:lnTo>
                  <a:lnTo>
                    <a:pt x="37114" y="850498"/>
                  </a:lnTo>
                  <a:lnTo>
                    <a:pt x="19528" y="837721"/>
                  </a:lnTo>
                  <a:lnTo>
                    <a:pt x="16432" y="834625"/>
                  </a:lnTo>
                  <a:lnTo>
                    <a:pt x="13668" y="831257"/>
                  </a:lnTo>
                  <a:lnTo>
                    <a:pt x="11236" y="827617"/>
                  </a:lnTo>
                  <a:lnTo>
                    <a:pt x="8803" y="823976"/>
                  </a:lnTo>
                  <a:lnTo>
                    <a:pt x="6749" y="820134"/>
                  </a:lnTo>
                  <a:lnTo>
                    <a:pt x="5074" y="816089"/>
                  </a:lnTo>
                  <a:lnTo>
                    <a:pt x="3399" y="812045"/>
                  </a:lnTo>
                  <a:lnTo>
                    <a:pt x="2134" y="807876"/>
                  </a:lnTo>
                  <a:lnTo>
                    <a:pt x="1280" y="803582"/>
                  </a:lnTo>
                  <a:lnTo>
                    <a:pt x="427" y="799288"/>
                  </a:lnTo>
                  <a:lnTo>
                    <a:pt x="0" y="794952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7274" y="4029074"/>
              <a:ext cx="152399" cy="15231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695824" y="4800599"/>
            <a:ext cx="6734175" cy="876300"/>
            <a:chOff x="4695824" y="4800599"/>
            <a:chExt cx="6734175" cy="876300"/>
          </a:xfrm>
        </p:grpSpPr>
        <p:sp>
          <p:nvSpPr>
            <p:cNvPr id="13" name="object 13"/>
            <p:cNvSpPr/>
            <p:nvPr/>
          </p:nvSpPr>
          <p:spPr>
            <a:xfrm>
              <a:off x="4705349" y="4810124"/>
              <a:ext cx="6715125" cy="857250"/>
            </a:xfrm>
            <a:custGeom>
              <a:avLst/>
              <a:gdLst/>
              <a:ahLst/>
              <a:cxnLst/>
              <a:rect l="l" t="t" r="r" b="b"/>
              <a:pathLst>
                <a:path w="6715125" h="857250">
                  <a:moveTo>
                    <a:pt x="6652827" y="857249"/>
                  </a:moveTo>
                  <a:lnTo>
                    <a:pt x="62296" y="857249"/>
                  </a:lnTo>
                  <a:lnTo>
                    <a:pt x="57960" y="856822"/>
                  </a:lnTo>
                  <a:lnTo>
                    <a:pt x="22623" y="840816"/>
                  </a:lnTo>
                  <a:lnTo>
                    <a:pt x="2134" y="807876"/>
                  </a:lnTo>
                  <a:lnTo>
                    <a:pt x="0" y="794953"/>
                  </a:lnTo>
                  <a:lnTo>
                    <a:pt x="0" y="7905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6"/>
                  </a:lnTo>
                  <a:lnTo>
                    <a:pt x="6715123" y="794953"/>
                  </a:lnTo>
                  <a:lnTo>
                    <a:pt x="6701453" y="831256"/>
                  </a:lnTo>
                  <a:lnTo>
                    <a:pt x="6669917" y="853848"/>
                  </a:lnTo>
                  <a:lnTo>
                    <a:pt x="6657161" y="856822"/>
                  </a:lnTo>
                  <a:lnTo>
                    <a:pt x="6652827" y="857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5349" y="4810124"/>
              <a:ext cx="6715125" cy="857250"/>
            </a:xfrm>
            <a:custGeom>
              <a:avLst/>
              <a:gdLst/>
              <a:ahLst/>
              <a:cxnLst/>
              <a:rect l="l" t="t" r="r" b="b"/>
              <a:pathLst>
                <a:path w="6715125" h="857250">
                  <a:moveTo>
                    <a:pt x="0" y="7905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0" y="53666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399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1"/>
                  </a:lnTo>
                  <a:lnTo>
                    <a:pt x="6706319" y="33271"/>
                  </a:lnTo>
                  <a:lnTo>
                    <a:pt x="6708372" y="37113"/>
                  </a:lnTo>
                  <a:lnTo>
                    <a:pt x="6710048" y="41158"/>
                  </a:lnTo>
                  <a:lnTo>
                    <a:pt x="6711723" y="45203"/>
                  </a:lnTo>
                  <a:lnTo>
                    <a:pt x="6715124" y="66674"/>
                  </a:lnTo>
                  <a:lnTo>
                    <a:pt x="6715124" y="790574"/>
                  </a:lnTo>
                  <a:lnTo>
                    <a:pt x="6715123" y="794953"/>
                  </a:lnTo>
                  <a:lnTo>
                    <a:pt x="6714696" y="799288"/>
                  </a:lnTo>
                  <a:lnTo>
                    <a:pt x="6713842" y="803582"/>
                  </a:lnTo>
                  <a:lnTo>
                    <a:pt x="6712987" y="807876"/>
                  </a:lnTo>
                  <a:lnTo>
                    <a:pt x="6703885" y="827616"/>
                  </a:lnTo>
                  <a:lnTo>
                    <a:pt x="6701453" y="831256"/>
                  </a:lnTo>
                  <a:lnTo>
                    <a:pt x="6685490" y="846012"/>
                  </a:lnTo>
                  <a:lnTo>
                    <a:pt x="6681849" y="848444"/>
                  </a:lnTo>
                  <a:lnTo>
                    <a:pt x="6678008" y="850498"/>
                  </a:lnTo>
                  <a:lnTo>
                    <a:pt x="6673963" y="852173"/>
                  </a:lnTo>
                  <a:lnTo>
                    <a:pt x="6669917" y="853848"/>
                  </a:lnTo>
                  <a:lnTo>
                    <a:pt x="6648449" y="857249"/>
                  </a:lnTo>
                  <a:lnTo>
                    <a:pt x="66674" y="857249"/>
                  </a:lnTo>
                  <a:lnTo>
                    <a:pt x="41158" y="852173"/>
                  </a:lnTo>
                  <a:lnTo>
                    <a:pt x="37114" y="850498"/>
                  </a:lnTo>
                  <a:lnTo>
                    <a:pt x="33271" y="848444"/>
                  </a:lnTo>
                  <a:lnTo>
                    <a:pt x="29631" y="846012"/>
                  </a:lnTo>
                  <a:lnTo>
                    <a:pt x="25991" y="843580"/>
                  </a:lnTo>
                  <a:lnTo>
                    <a:pt x="11236" y="827616"/>
                  </a:lnTo>
                  <a:lnTo>
                    <a:pt x="8803" y="823976"/>
                  </a:lnTo>
                  <a:lnTo>
                    <a:pt x="6749" y="820134"/>
                  </a:lnTo>
                  <a:lnTo>
                    <a:pt x="5074" y="816089"/>
                  </a:lnTo>
                  <a:lnTo>
                    <a:pt x="3399" y="812045"/>
                  </a:lnTo>
                  <a:lnTo>
                    <a:pt x="2134" y="807876"/>
                  </a:lnTo>
                  <a:lnTo>
                    <a:pt x="1280" y="803582"/>
                  </a:lnTo>
                  <a:lnTo>
                    <a:pt x="427" y="799288"/>
                  </a:lnTo>
                  <a:lnTo>
                    <a:pt x="0" y="794953"/>
                  </a:lnTo>
                  <a:lnTo>
                    <a:pt x="0" y="79057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7274" y="5019674"/>
              <a:ext cx="152399" cy="152399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95824" y="971550"/>
            <a:ext cx="190499" cy="19049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991050" y="897127"/>
            <a:ext cx="638937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00"/>
              </a:spcBef>
            </a:pPr>
            <a:r>
              <a:rPr sz="1700" b="1" spc="-250" dirty="0">
                <a:solidFill>
                  <a:srgbClr val="374050"/>
                </a:solidFill>
                <a:latin typeface="Malgun Gothic"/>
                <a:cs typeface="Malgun Gothic"/>
              </a:rPr>
              <a:t>개념</a:t>
            </a:r>
            <a:r>
              <a:rPr sz="1700" b="1" spc="-250" dirty="0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sz="1700" b="1" spc="-5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팀원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모두가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서로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70" dirty="0">
                <a:solidFill>
                  <a:srgbClr val="374050"/>
                </a:solidFill>
                <a:latin typeface="Dotum"/>
                <a:cs typeface="Dotum"/>
              </a:rPr>
              <a:t>의존하며</a:t>
            </a:r>
            <a:r>
              <a:rPr sz="1700" spc="-27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25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개인의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성공이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팀의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70" dirty="0">
                <a:solidFill>
                  <a:srgbClr val="374050"/>
                </a:solidFill>
                <a:latin typeface="Dotum"/>
                <a:cs typeface="Dotum"/>
              </a:rPr>
              <a:t>성공으로</a:t>
            </a:r>
            <a:r>
              <a:rPr sz="1700" spc="-27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30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팀의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성공이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개인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성공으로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이어지는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구조</a:t>
            </a:r>
            <a:endParaRPr sz="1700">
              <a:latin typeface="Dotum"/>
              <a:cs typeface="Dotum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95824" y="1733550"/>
            <a:ext cx="190499" cy="19049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4686250" y="1686560"/>
            <a:ext cx="6548120" cy="18376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865">
              <a:lnSpc>
                <a:spcPct val="100000"/>
              </a:lnSpc>
              <a:spcBef>
                <a:spcPts val="95"/>
              </a:spcBef>
            </a:pPr>
            <a:r>
              <a:rPr sz="1700" b="1" spc="-250" dirty="0">
                <a:solidFill>
                  <a:srgbClr val="374050"/>
                </a:solidFill>
                <a:latin typeface="Malgun Gothic"/>
                <a:cs typeface="Malgun Gothic"/>
              </a:rPr>
              <a:t>핵심</a:t>
            </a:r>
            <a:r>
              <a:rPr sz="1700" b="1" spc="-250" dirty="0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sz="1700" b="1" spc="-5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모든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학생들이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서로를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경쟁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상대가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아닌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학습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파트너로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인식하게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75" dirty="0">
                <a:solidFill>
                  <a:srgbClr val="374050"/>
                </a:solidFill>
                <a:latin typeface="Dotum"/>
                <a:cs typeface="Dotum"/>
              </a:rPr>
              <a:t>함</a:t>
            </a:r>
            <a:endParaRPr sz="17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5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스포츠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교육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적용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예시</a:t>
            </a:r>
            <a:endParaRPr sz="15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350">
              <a:latin typeface="Malgun Gothic"/>
              <a:cs typeface="Malgun Gothic"/>
            </a:endParaRPr>
          </a:p>
          <a:p>
            <a:pPr marL="431165">
              <a:lnSpc>
                <a:spcPct val="100000"/>
              </a:lnSpc>
            </a:pPr>
            <a:r>
              <a:rPr sz="1350" b="1" spc="-285" dirty="0">
                <a:latin typeface="Malgun Gothic"/>
                <a:cs typeface="Malgun Gothic"/>
              </a:rPr>
              <a:t>배구</a:t>
            </a:r>
            <a:endParaRPr sz="1350">
              <a:latin typeface="Malgun Gothic"/>
              <a:cs typeface="Malgun Gothic"/>
            </a:endParaRPr>
          </a:p>
          <a:p>
            <a:pPr marL="183515" marR="5080">
              <a:lnSpc>
                <a:spcPct val="111100"/>
              </a:lnSpc>
              <a:spcBef>
                <a:spcPts val="600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팀의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모든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구성원이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각각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00" spc="-200" dirty="0">
                <a:solidFill>
                  <a:srgbClr val="374050"/>
                </a:solidFill>
                <a:latin typeface="Arial"/>
                <a:cs typeface="Arial"/>
              </a:rPr>
              <a:t>3</a:t>
            </a:r>
            <a:r>
              <a:rPr sz="1350" spc="-200" dirty="0">
                <a:solidFill>
                  <a:srgbClr val="374050"/>
                </a:solidFill>
                <a:latin typeface="Dotum"/>
                <a:cs typeface="Dotum"/>
              </a:rPr>
              <a:t>회씩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성공적인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서브를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해야만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다음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29" dirty="0">
                <a:solidFill>
                  <a:srgbClr val="374050"/>
                </a:solidFill>
                <a:latin typeface="Dotum"/>
                <a:cs typeface="Dotum"/>
              </a:rPr>
              <a:t>단계</a:t>
            </a:r>
            <a:r>
              <a:rPr sz="1300" spc="-229" dirty="0">
                <a:solidFill>
                  <a:srgbClr val="374050"/>
                </a:solidFill>
                <a:latin typeface="Arial"/>
                <a:cs typeface="Arial"/>
              </a:rPr>
              <a:t>(</a:t>
            </a:r>
            <a:r>
              <a:rPr sz="1350" spc="-229" dirty="0">
                <a:solidFill>
                  <a:srgbClr val="374050"/>
                </a:solidFill>
                <a:latin typeface="Dotum"/>
                <a:cs typeface="Dotum"/>
              </a:rPr>
              <a:t>스파이크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10" dirty="0">
                <a:solidFill>
                  <a:srgbClr val="374050"/>
                </a:solidFill>
                <a:latin typeface="Dotum"/>
                <a:cs typeface="Dotum"/>
              </a:rPr>
              <a:t>연습</a:t>
            </a:r>
            <a:r>
              <a:rPr sz="1300" spc="-210" dirty="0">
                <a:solidFill>
                  <a:srgbClr val="374050"/>
                </a:solidFill>
                <a:latin typeface="Arial"/>
                <a:cs typeface="Arial"/>
              </a:rPr>
              <a:t>)</a:t>
            </a:r>
            <a:r>
              <a:rPr sz="1350" spc="-210" dirty="0">
                <a:solidFill>
                  <a:srgbClr val="374050"/>
                </a:solidFill>
                <a:latin typeface="Dotum"/>
                <a:cs typeface="Dotum"/>
              </a:rPr>
              <a:t>로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넘어갈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수</a:t>
            </a:r>
            <a:r>
              <a:rPr sz="1350" spc="-9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있도록</a:t>
            </a:r>
            <a:r>
              <a:rPr sz="1350" spc="5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설계</a:t>
            </a:r>
            <a:endParaRPr sz="1350">
              <a:latin typeface="Dotum"/>
              <a:cs typeface="Dotu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05350" y="3977512"/>
            <a:ext cx="30607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85" dirty="0">
                <a:latin typeface="Malgun Gothic"/>
                <a:cs typeface="Malgun Gothic"/>
              </a:rPr>
              <a:t>농구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57700" y="4282312"/>
            <a:ext cx="381698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모든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팀원이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최소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00" spc="-200" dirty="0">
                <a:solidFill>
                  <a:srgbClr val="374050"/>
                </a:solidFill>
                <a:latin typeface="Arial"/>
                <a:cs typeface="Arial"/>
              </a:rPr>
              <a:t>1</a:t>
            </a:r>
            <a:r>
              <a:rPr sz="1350" spc="-200" dirty="0">
                <a:solidFill>
                  <a:srgbClr val="374050"/>
                </a:solidFill>
                <a:latin typeface="Dotum"/>
                <a:cs typeface="Dotum"/>
              </a:rPr>
              <a:t>회씩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득점해야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승리로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인정하는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규칙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적용</a:t>
            </a:r>
            <a:endParaRPr sz="1350">
              <a:latin typeface="Dotum"/>
              <a:cs typeface="Dotu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57700" y="4869967"/>
            <a:ext cx="4139565" cy="6350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875"/>
              </a:spcBef>
            </a:pPr>
            <a:r>
              <a:rPr sz="1350" b="1" spc="-285" dirty="0">
                <a:latin typeface="Malgun Gothic"/>
                <a:cs typeface="Malgun Gothic"/>
              </a:rPr>
              <a:t>축구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모든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선수가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최소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00" spc="-200" dirty="0">
                <a:solidFill>
                  <a:srgbClr val="374050"/>
                </a:solidFill>
                <a:latin typeface="Arial"/>
                <a:cs typeface="Arial"/>
              </a:rPr>
              <a:t>3</a:t>
            </a:r>
            <a:r>
              <a:rPr sz="1350" spc="-200" dirty="0">
                <a:solidFill>
                  <a:srgbClr val="374050"/>
                </a:solidFill>
                <a:latin typeface="Dotum"/>
                <a:cs typeface="Dotum"/>
              </a:rPr>
              <a:t>번의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패스에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참여해야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골이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인정되는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변형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규칙</a:t>
            </a:r>
            <a:endParaRPr sz="1350">
              <a:latin typeface="Dotum"/>
              <a:cs typeface="Dotum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086701" y="2271413"/>
            <a:ext cx="675005" cy="524510"/>
          </a:xfrm>
          <a:custGeom>
            <a:avLst/>
            <a:gdLst/>
            <a:ahLst/>
            <a:cxnLst/>
            <a:rect l="l" t="t" r="r" b="b"/>
            <a:pathLst>
              <a:path w="675005" h="524510">
                <a:moveTo>
                  <a:pt x="432498" y="95279"/>
                </a:moveTo>
                <a:lnTo>
                  <a:pt x="419665" y="90493"/>
                </a:lnTo>
                <a:lnTo>
                  <a:pt x="409281" y="80852"/>
                </a:lnTo>
                <a:lnTo>
                  <a:pt x="403461" y="67956"/>
                </a:lnTo>
                <a:lnTo>
                  <a:pt x="403072" y="54286"/>
                </a:lnTo>
                <a:lnTo>
                  <a:pt x="407852" y="41453"/>
                </a:lnTo>
                <a:lnTo>
                  <a:pt x="417541" y="31069"/>
                </a:lnTo>
                <a:lnTo>
                  <a:pt x="419327" y="29841"/>
                </a:lnTo>
                <a:lnTo>
                  <a:pt x="460242" y="8654"/>
                </a:lnTo>
                <a:lnTo>
                  <a:pt x="504178" y="0"/>
                </a:lnTo>
                <a:lnTo>
                  <a:pt x="548453" y="3657"/>
                </a:lnTo>
                <a:lnTo>
                  <a:pt x="590380" y="19407"/>
                </a:lnTo>
                <a:lnTo>
                  <a:pt x="627277" y="47030"/>
                </a:lnTo>
                <a:lnTo>
                  <a:pt x="645893" y="71420"/>
                </a:lnTo>
                <a:lnTo>
                  <a:pt x="520581" y="71420"/>
                </a:lnTo>
                <a:lnTo>
                  <a:pt x="489706" y="74221"/>
                </a:lnTo>
                <a:lnTo>
                  <a:pt x="460850" y="87884"/>
                </a:lnTo>
                <a:lnTo>
                  <a:pt x="459064" y="89112"/>
                </a:lnTo>
                <a:lnTo>
                  <a:pt x="446168" y="94916"/>
                </a:lnTo>
                <a:lnTo>
                  <a:pt x="432498" y="95279"/>
                </a:lnTo>
                <a:close/>
              </a:path>
              <a:path w="675005" h="524510">
                <a:moveTo>
                  <a:pt x="526009" y="376564"/>
                </a:moveTo>
                <a:lnTo>
                  <a:pt x="387850" y="376564"/>
                </a:lnTo>
                <a:lnTo>
                  <a:pt x="421702" y="369971"/>
                </a:lnTo>
                <a:lnTo>
                  <a:pt x="451474" y="350193"/>
                </a:lnTo>
                <a:lnTo>
                  <a:pt x="576712" y="224731"/>
                </a:lnTo>
                <a:lnTo>
                  <a:pt x="596490" y="194960"/>
                </a:lnTo>
                <a:lnTo>
                  <a:pt x="603083" y="161107"/>
                </a:lnTo>
                <a:lnTo>
                  <a:pt x="596490" y="127255"/>
                </a:lnTo>
                <a:lnTo>
                  <a:pt x="576712" y="97483"/>
                </a:lnTo>
                <a:lnTo>
                  <a:pt x="550556" y="79251"/>
                </a:lnTo>
                <a:lnTo>
                  <a:pt x="520581" y="71420"/>
                </a:lnTo>
                <a:lnTo>
                  <a:pt x="645893" y="71420"/>
                </a:lnTo>
                <a:lnTo>
                  <a:pt x="653554" y="81457"/>
                </a:lnTo>
                <a:lnTo>
                  <a:pt x="669321" y="120225"/>
                </a:lnTo>
                <a:lnTo>
                  <a:pt x="674520" y="160722"/>
                </a:lnTo>
                <a:lnTo>
                  <a:pt x="674569" y="161107"/>
                </a:lnTo>
                <a:lnTo>
                  <a:pt x="669321" y="202101"/>
                </a:lnTo>
                <a:lnTo>
                  <a:pt x="653554" y="240869"/>
                </a:lnTo>
                <a:lnTo>
                  <a:pt x="627277" y="275296"/>
                </a:lnTo>
                <a:lnTo>
                  <a:pt x="526009" y="376564"/>
                </a:lnTo>
                <a:close/>
              </a:path>
              <a:path w="675005" h="524510">
                <a:moveTo>
                  <a:pt x="170392" y="524472"/>
                </a:moveTo>
                <a:lnTo>
                  <a:pt x="126118" y="520815"/>
                </a:lnTo>
                <a:lnTo>
                  <a:pt x="84190" y="505064"/>
                </a:lnTo>
                <a:lnTo>
                  <a:pt x="47294" y="477441"/>
                </a:lnTo>
                <a:lnTo>
                  <a:pt x="21016" y="443014"/>
                </a:lnTo>
                <a:lnTo>
                  <a:pt x="5250" y="404247"/>
                </a:lnTo>
                <a:lnTo>
                  <a:pt x="51" y="363750"/>
                </a:lnTo>
                <a:lnTo>
                  <a:pt x="0" y="363267"/>
                </a:lnTo>
                <a:lnTo>
                  <a:pt x="5250" y="322371"/>
                </a:lnTo>
                <a:lnTo>
                  <a:pt x="21016" y="283603"/>
                </a:lnTo>
                <a:lnTo>
                  <a:pt x="47294" y="249176"/>
                </a:lnTo>
                <a:lnTo>
                  <a:pt x="172644" y="123826"/>
                </a:lnTo>
                <a:lnTo>
                  <a:pt x="207231" y="97483"/>
                </a:lnTo>
                <a:lnTo>
                  <a:pt x="245839" y="81782"/>
                </a:lnTo>
                <a:lnTo>
                  <a:pt x="286777" y="76526"/>
                </a:lnTo>
                <a:lnTo>
                  <a:pt x="327715" y="81782"/>
                </a:lnTo>
                <a:lnTo>
                  <a:pt x="366322" y="97483"/>
                </a:lnTo>
                <a:lnTo>
                  <a:pt x="400909" y="123826"/>
                </a:lnTo>
                <a:lnTo>
                  <a:pt x="418938" y="147908"/>
                </a:lnTo>
                <a:lnTo>
                  <a:pt x="286721" y="147908"/>
                </a:lnTo>
                <a:lnTo>
                  <a:pt x="252868" y="154501"/>
                </a:lnTo>
                <a:lnTo>
                  <a:pt x="223097" y="174278"/>
                </a:lnTo>
                <a:lnTo>
                  <a:pt x="97858" y="299629"/>
                </a:lnTo>
                <a:lnTo>
                  <a:pt x="78080" y="329402"/>
                </a:lnTo>
                <a:lnTo>
                  <a:pt x="71487" y="363267"/>
                </a:lnTo>
                <a:lnTo>
                  <a:pt x="78080" y="397153"/>
                </a:lnTo>
                <a:lnTo>
                  <a:pt x="97815" y="426923"/>
                </a:lnTo>
                <a:lnTo>
                  <a:pt x="101020" y="429193"/>
                </a:lnTo>
                <a:lnTo>
                  <a:pt x="124014" y="445221"/>
                </a:lnTo>
                <a:lnTo>
                  <a:pt x="153989" y="453052"/>
                </a:lnTo>
                <a:lnTo>
                  <a:pt x="269546" y="453052"/>
                </a:lnTo>
                <a:lnTo>
                  <a:pt x="271110" y="456516"/>
                </a:lnTo>
                <a:lnTo>
                  <a:pt x="257030" y="493403"/>
                </a:lnTo>
                <a:lnTo>
                  <a:pt x="214329" y="515818"/>
                </a:lnTo>
                <a:lnTo>
                  <a:pt x="170392" y="524472"/>
                </a:lnTo>
                <a:close/>
              </a:path>
              <a:path w="675005" h="524510">
                <a:moveTo>
                  <a:pt x="393584" y="347947"/>
                </a:moveTo>
                <a:lnTo>
                  <a:pt x="379888" y="347579"/>
                </a:lnTo>
                <a:lnTo>
                  <a:pt x="366976" y="341822"/>
                </a:lnTo>
                <a:lnTo>
                  <a:pt x="357335" y="331500"/>
                </a:lnTo>
                <a:lnTo>
                  <a:pt x="352549" y="318688"/>
                </a:lnTo>
                <a:lnTo>
                  <a:pt x="352912" y="304997"/>
                </a:lnTo>
                <a:lnTo>
                  <a:pt x="358716" y="292039"/>
                </a:lnTo>
                <a:lnTo>
                  <a:pt x="359944" y="290253"/>
                </a:lnTo>
                <a:lnTo>
                  <a:pt x="373607" y="261395"/>
                </a:lnTo>
                <a:lnTo>
                  <a:pt x="368577" y="200499"/>
                </a:lnTo>
                <a:lnTo>
                  <a:pt x="320573" y="154501"/>
                </a:lnTo>
                <a:lnTo>
                  <a:pt x="286721" y="147908"/>
                </a:lnTo>
                <a:lnTo>
                  <a:pt x="418938" y="147908"/>
                </a:lnTo>
                <a:lnTo>
                  <a:pt x="428531" y="160722"/>
                </a:lnTo>
                <a:lnTo>
                  <a:pt x="444275" y="202650"/>
                </a:lnTo>
                <a:lnTo>
                  <a:pt x="447916" y="246924"/>
                </a:lnTo>
                <a:lnTo>
                  <a:pt x="439349" y="290253"/>
                </a:lnTo>
                <a:lnTo>
                  <a:pt x="439228" y="290861"/>
                </a:lnTo>
                <a:lnTo>
                  <a:pt x="417987" y="331776"/>
                </a:lnTo>
                <a:lnTo>
                  <a:pt x="416759" y="333562"/>
                </a:lnTo>
                <a:lnTo>
                  <a:pt x="406422" y="343187"/>
                </a:lnTo>
                <a:lnTo>
                  <a:pt x="393584" y="347947"/>
                </a:lnTo>
                <a:close/>
              </a:path>
              <a:path w="675005" h="524510">
                <a:moveTo>
                  <a:pt x="387794" y="447945"/>
                </a:moveTo>
                <a:lnTo>
                  <a:pt x="346856" y="442690"/>
                </a:lnTo>
                <a:lnTo>
                  <a:pt x="308088" y="426923"/>
                </a:lnTo>
                <a:lnTo>
                  <a:pt x="273661" y="400646"/>
                </a:lnTo>
                <a:lnTo>
                  <a:pt x="246039" y="363750"/>
                </a:lnTo>
                <a:lnTo>
                  <a:pt x="230295" y="321829"/>
                </a:lnTo>
                <a:lnTo>
                  <a:pt x="226654" y="277572"/>
                </a:lnTo>
                <a:lnTo>
                  <a:pt x="235342" y="233668"/>
                </a:lnTo>
                <a:lnTo>
                  <a:pt x="256583" y="192808"/>
                </a:lnTo>
                <a:lnTo>
                  <a:pt x="257811" y="191022"/>
                </a:lnTo>
                <a:lnTo>
                  <a:pt x="268148" y="181396"/>
                </a:lnTo>
                <a:lnTo>
                  <a:pt x="280986" y="176636"/>
                </a:lnTo>
                <a:lnTo>
                  <a:pt x="294683" y="177004"/>
                </a:lnTo>
                <a:lnTo>
                  <a:pt x="322021" y="205895"/>
                </a:lnTo>
                <a:lnTo>
                  <a:pt x="314626" y="234331"/>
                </a:lnTo>
                <a:lnTo>
                  <a:pt x="300963" y="263124"/>
                </a:lnTo>
                <a:lnTo>
                  <a:pt x="305993" y="323975"/>
                </a:lnTo>
                <a:lnTo>
                  <a:pt x="353997" y="369971"/>
                </a:lnTo>
                <a:lnTo>
                  <a:pt x="387850" y="376564"/>
                </a:lnTo>
                <a:lnTo>
                  <a:pt x="526009" y="376564"/>
                </a:lnTo>
                <a:lnTo>
                  <a:pt x="501926" y="400646"/>
                </a:lnTo>
                <a:lnTo>
                  <a:pt x="467499" y="426923"/>
                </a:lnTo>
                <a:lnTo>
                  <a:pt x="428732" y="442690"/>
                </a:lnTo>
                <a:lnTo>
                  <a:pt x="387794" y="447945"/>
                </a:lnTo>
                <a:close/>
              </a:path>
              <a:path w="675005" h="524510">
                <a:moveTo>
                  <a:pt x="269546" y="453052"/>
                </a:moveTo>
                <a:lnTo>
                  <a:pt x="153989" y="453052"/>
                </a:lnTo>
                <a:lnTo>
                  <a:pt x="184865" y="450251"/>
                </a:lnTo>
                <a:lnTo>
                  <a:pt x="213721" y="436588"/>
                </a:lnTo>
                <a:lnTo>
                  <a:pt x="215507" y="435360"/>
                </a:lnTo>
                <a:lnTo>
                  <a:pt x="228402" y="429556"/>
                </a:lnTo>
                <a:lnTo>
                  <a:pt x="242072" y="429193"/>
                </a:lnTo>
                <a:lnTo>
                  <a:pt x="254905" y="433979"/>
                </a:lnTo>
                <a:lnTo>
                  <a:pt x="265290" y="443620"/>
                </a:lnTo>
                <a:lnTo>
                  <a:pt x="269546" y="453052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62124" y="3124199"/>
            <a:ext cx="1714500" cy="1714500"/>
          </a:xfrm>
          <a:custGeom>
            <a:avLst/>
            <a:gdLst/>
            <a:ahLst/>
            <a:cxnLst/>
            <a:rect l="l" t="t" r="r" b="b"/>
            <a:pathLst>
              <a:path w="1714500" h="1714500">
                <a:moveTo>
                  <a:pt x="857249" y="1714499"/>
                </a:moveTo>
                <a:lnTo>
                  <a:pt x="815186" y="1713467"/>
                </a:lnTo>
                <a:lnTo>
                  <a:pt x="773224" y="1710372"/>
                </a:lnTo>
                <a:lnTo>
                  <a:pt x="731465" y="1705221"/>
                </a:lnTo>
                <a:lnTo>
                  <a:pt x="690008" y="1698027"/>
                </a:lnTo>
                <a:lnTo>
                  <a:pt x="648955" y="1688808"/>
                </a:lnTo>
                <a:lnTo>
                  <a:pt x="608403" y="1677586"/>
                </a:lnTo>
                <a:lnTo>
                  <a:pt x="568451" y="1664387"/>
                </a:lnTo>
                <a:lnTo>
                  <a:pt x="529194" y="1649244"/>
                </a:lnTo>
                <a:lnTo>
                  <a:pt x="490727" y="1632193"/>
                </a:lnTo>
                <a:lnTo>
                  <a:pt x="453144" y="1613276"/>
                </a:lnTo>
                <a:lnTo>
                  <a:pt x="416535" y="1592537"/>
                </a:lnTo>
                <a:lnTo>
                  <a:pt x="380987" y="1570026"/>
                </a:lnTo>
                <a:lnTo>
                  <a:pt x="346586" y="1545798"/>
                </a:lnTo>
                <a:lnTo>
                  <a:pt x="313416" y="1519912"/>
                </a:lnTo>
                <a:lnTo>
                  <a:pt x="281555" y="1492429"/>
                </a:lnTo>
                <a:lnTo>
                  <a:pt x="251082" y="1463416"/>
                </a:lnTo>
                <a:lnTo>
                  <a:pt x="222069" y="1432943"/>
                </a:lnTo>
                <a:lnTo>
                  <a:pt x="194586" y="1401083"/>
                </a:lnTo>
                <a:lnTo>
                  <a:pt x="168700" y="1367912"/>
                </a:lnTo>
                <a:lnTo>
                  <a:pt x="144472" y="1333511"/>
                </a:lnTo>
                <a:lnTo>
                  <a:pt x="121961" y="1297964"/>
                </a:lnTo>
                <a:lnTo>
                  <a:pt x="101222" y="1261354"/>
                </a:lnTo>
                <a:lnTo>
                  <a:pt x="82305" y="1223771"/>
                </a:lnTo>
                <a:lnTo>
                  <a:pt x="65253" y="1185304"/>
                </a:lnTo>
                <a:lnTo>
                  <a:pt x="50111" y="1146048"/>
                </a:lnTo>
                <a:lnTo>
                  <a:pt x="36912" y="1106096"/>
                </a:lnTo>
                <a:lnTo>
                  <a:pt x="25690" y="1065544"/>
                </a:lnTo>
                <a:lnTo>
                  <a:pt x="16471" y="1024490"/>
                </a:lnTo>
                <a:lnTo>
                  <a:pt x="9278" y="983034"/>
                </a:lnTo>
                <a:lnTo>
                  <a:pt x="4127" y="941274"/>
                </a:lnTo>
                <a:lnTo>
                  <a:pt x="1032" y="899313"/>
                </a:lnTo>
                <a:lnTo>
                  <a:pt x="0" y="857249"/>
                </a:lnTo>
                <a:lnTo>
                  <a:pt x="258" y="836211"/>
                </a:lnTo>
                <a:lnTo>
                  <a:pt x="2322" y="794186"/>
                </a:lnTo>
                <a:lnTo>
                  <a:pt x="6446" y="752313"/>
                </a:lnTo>
                <a:lnTo>
                  <a:pt x="12620" y="710692"/>
                </a:lnTo>
                <a:lnTo>
                  <a:pt x="20829" y="669424"/>
                </a:lnTo>
                <a:lnTo>
                  <a:pt x="31052" y="628609"/>
                </a:lnTo>
                <a:lnTo>
                  <a:pt x="43266" y="588345"/>
                </a:lnTo>
                <a:lnTo>
                  <a:pt x="57441" y="548729"/>
                </a:lnTo>
                <a:lnTo>
                  <a:pt x="73543" y="509856"/>
                </a:lnTo>
                <a:lnTo>
                  <a:pt x="91533" y="471820"/>
                </a:lnTo>
                <a:lnTo>
                  <a:pt x="111367" y="434712"/>
                </a:lnTo>
                <a:lnTo>
                  <a:pt x="132998" y="398623"/>
                </a:lnTo>
                <a:lnTo>
                  <a:pt x="156375" y="363638"/>
                </a:lnTo>
                <a:lnTo>
                  <a:pt x="181440" y="329842"/>
                </a:lnTo>
                <a:lnTo>
                  <a:pt x="208132" y="297317"/>
                </a:lnTo>
                <a:lnTo>
                  <a:pt x="236388" y="266141"/>
                </a:lnTo>
                <a:lnTo>
                  <a:pt x="266141" y="236388"/>
                </a:lnTo>
                <a:lnTo>
                  <a:pt x="297317" y="208132"/>
                </a:lnTo>
                <a:lnTo>
                  <a:pt x="329842" y="181439"/>
                </a:lnTo>
                <a:lnTo>
                  <a:pt x="363638" y="156375"/>
                </a:lnTo>
                <a:lnTo>
                  <a:pt x="398622" y="132999"/>
                </a:lnTo>
                <a:lnTo>
                  <a:pt x="434712" y="111367"/>
                </a:lnTo>
                <a:lnTo>
                  <a:pt x="471820" y="91533"/>
                </a:lnTo>
                <a:lnTo>
                  <a:pt x="509856" y="73543"/>
                </a:lnTo>
                <a:lnTo>
                  <a:pt x="548729" y="57441"/>
                </a:lnTo>
                <a:lnTo>
                  <a:pt x="588346" y="43266"/>
                </a:lnTo>
                <a:lnTo>
                  <a:pt x="628610" y="31052"/>
                </a:lnTo>
                <a:lnTo>
                  <a:pt x="669425" y="20828"/>
                </a:lnTo>
                <a:lnTo>
                  <a:pt x="710692" y="12620"/>
                </a:lnTo>
                <a:lnTo>
                  <a:pt x="752313" y="6447"/>
                </a:lnTo>
                <a:lnTo>
                  <a:pt x="794186" y="2322"/>
                </a:lnTo>
                <a:lnTo>
                  <a:pt x="836211" y="258"/>
                </a:lnTo>
                <a:lnTo>
                  <a:pt x="857249" y="0"/>
                </a:lnTo>
                <a:lnTo>
                  <a:pt x="878287" y="258"/>
                </a:lnTo>
                <a:lnTo>
                  <a:pt x="920313" y="2322"/>
                </a:lnTo>
                <a:lnTo>
                  <a:pt x="962186" y="6447"/>
                </a:lnTo>
                <a:lnTo>
                  <a:pt x="1003806" y="12620"/>
                </a:lnTo>
                <a:lnTo>
                  <a:pt x="1045073" y="20828"/>
                </a:lnTo>
                <a:lnTo>
                  <a:pt x="1085888" y="31052"/>
                </a:lnTo>
                <a:lnTo>
                  <a:pt x="1126152" y="43266"/>
                </a:lnTo>
                <a:lnTo>
                  <a:pt x="1165769" y="57441"/>
                </a:lnTo>
                <a:lnTo>
                  <a:pt x="1204642" y="73543"/>
                </a:lnTo>
                <a:lnTo>
                  <a:pt x="1242678" y="91533"/>
                </a:lnTo>
                <a:lnTo>
                  <a:pt x="1279786" y="111367"/>
                </a:lnTo>
                <a:lnTo>
                  <a:pt x="1315876" y="132999"/>
                </a:lnTo>
                <a:lnTo>
                  <a:pt x="1350861" y="156375"/>
                </a:lnTo>
                <a:lnTo>
                  <a:pt x="1384657" y="181439"/>
                </a:lnTo>
                <a:lnTo>
                  <a:pt x="1417182" y="208132"/>
                </a:lnTo>
                <a:lnTo>
                  <a:pt x="1448358" y="236388"/>
                </a:lnTo>
                <a:lnTo>
                  <a:pt x="1478110" y="266141"/>
                </a:lnTo>
                <a:lnTo>
                  <a:pt x="1506366" y="297317"/>
                </a:lnTo>
                <a:lnTo>
                  <a:pt x="1533059" y="329842"/>
                </a:lnTo>
                <a:lnTo>
                  <a:pt x="1558123" y="363638"/>
                </a:lnTo>
                <a:lnTo>
                  <a:pt x="1581500" y="398623"/>
                </a:lnTo>
                <a:lnTo>
                  <a:pt x="1603131" y="434712"/>
                </a:lnTo>
                <a:lnTo>
                  <a:pt x="1622965" y="471820"/>
                </a:lnTo>
                <a:lnTo>
                  <a:pt x="1640955" y="509856"/>
                </a:lnTo>
                <a:lnTo>
                  <a:pt x="1657057" y="548729"/>
                </a:lnTo>
                <a:lnTo>
                  <a:pt x="1671232" y="588346"/>
                </a:lnTo>
                <a:lnTo>
                  <a:pt x="1683446" y="628609"/>
                </a:lnTo>
                <a:lnTo>
                  <a:pt x="1693670" y="669425"/>
                </a:lnTo>
                <a:lnTo>
                  <a:pt x="1701878" y="710692"/>
                </a:lnTo>
                <a:lnTo>
                  <a:pt x="1708052" y="752313"/>
                </a:lnTo>
                <a:lnTo>
                  <a:pt x="1712177" y="794186"/>
                </a:lnTo>
                <a:lnTo>
                  <a:pt x="1714241" y="836211"/>
                </a:lnTo>
                <a:lnTo>
                  <a:pt x="1714499" y="857249"/>
                </a:lnTo>
                <a:lnTo>
                  <a:pt x="1714241" y="878287"/>
                </a:lnTo>
                <a:lnTo>
                  <a:pt x="1712177" y="920313"/>
                </a:lnTo>
                <a:lnTo>
                  <a:pt x="1708052" y="962186"/>
                </a:lnTo>
                <a:lnTo>
                  <a:pt x="1701878" y="1003806"/>
                </a:lnTo>
                <a:lnTo>
                  <a:pt x="1693670" y="1045073"/>
                </a:lnTo>
                <a:lnTo>
                  <a:pt x="1683446" y="1085889"/>
                </a:lnTo>
                <a:lnTo>
                  <a:pt x="1671232" y="1126153"/>
                </a:lnTo>
                <a:lnTo>
                  <a:pt x="1657057" y="1165769"/>
                </a:lnTo>
                <a:lnTo>
                  <a:pt x="1640956" y="1204642"/>
                </a:lnTo>
                <a:lnTo>
                  <a:pt x="1622966" y="1242679"/>
                </a:lnTo>
                <a:lnTo>
                  <a:pt x="1603131" y="1279786"/>
                </a:lnTo>
                <a:lnTo>
                  <a:pt x="1581500" y="1315875"/>
                </a:lnTo>
                <a:lnTo>
                  <a:pt x="1558123" y="1350860"/>
                </a:lnTo>
                <a:lnTo>
                  <a:pt x="1533059" y="1384656"/>
                </a:lnTo>
                <a:lnTo>
                  <a:pt x="1506366" y="1417181"/>
                </a:lnTo>
                <a:lnTo>
                  <a:pt x="1478110" y="1448357"/>
                </a:lnTo>
                <a:lnTo>
                  <a:pt x="1448358" y="1478110"/>
                </a:lnTo>
                <a:lnTo>
                  <a:pt x="1417182" y="1506366"/>
                </a:lnTo>
                <a:lnTo>
                  <a:pt x="1384656" y="1533059"/>
                </a:lnTo>
                <a:lnTo>
                  <a:pt x="1350861" y="1558123"/>
                </a:lnTo>
                <a:lnTo>
                  <a:pt x="1315876" y="1581499"/>
                </a:lnTo>
                <a:lnTo>
                  <a:pt x="1279786" y="1603131"/>
                </a:lnTo>
                <a:lnTo>
                  <a:pt x="1242678" y="1622965"/>
                </a:lnTo>
                <a:lnTo>
                  <a:pt x="1204642" y="1640955"/>
                </a:lnTo>
                <a:lnTo>
                  <a:pt x="1165769" y="1657057"/>
                </a:lnTo>
                <a:lnTo>
                  <a:pt x="1126152" y="1671232"/>
                </a:lnTo>
                <a:lnTo>
                  <a:pt x="1085888" y="1683446"/>
                </a:lnTo>
                <a:lnTo>
                  <a:pt x="1045073" y="1693669"/>
                </a:lnTo>
                <a:lnTo>
                  <a:pt x="1003806" y="1701878"/>
                </a:lnTo>
                <a:lnTo>
                  <a:pt x="962186" y="1708052"/>
                </a:lnTo>
                <a:lnTo>
                  <a:pt x="920313" y="1712177"/>
                </a:lnTo>
                <a:lnTo>
                  <a:pt x="878287" y="1714241"/>
                </a:lnTo>
                <a:lnTo>
                  <a:pt x="857249" y="1714499"/>
                </a:lnTo>
                <a:close/>
              </a:path>
            </a:pathLst>
          </a:custGeom>
          <a:solidFill>
            <a:srgbClr val="DAE9FE">
              <a:alpha val="5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117328" y="3526942"/>
            <a:ext cx="997585" cy="882650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indent="-635" algn="ctr">
              <a:lnSpc>
                <a:spcPct val="103400"/>
              </a:lnSpc>
              <a:spcBef>
                <a:spcPts val="145"/>
              </a:spcBef>
            </a:pPr>
            <a:r>
              <a:rPr sz="1350" spc="-130" dirty="0">
                <a:solidFill>
                  <a:srgbClr val="1D40AF"/>
                </a:solidFill>
                <a:latin typeface="Segoe UI Symbol"/>
                <a:cs typeface="Segoe UI Symbol"/>
              </a:rPr>
              <a:t>"</a:t>
            </a:r>
            <a:r>
              <a:rPr sz="1350" b="1" spc="-130" dirty="0">
                <a:solidFill>
                  <a:srgbClr val="1D40AF"/>
                </a:solidFill>
                <a:latin typeface="Malgun Gothic"/>
                <a:cs typeface="Malgun Gothic"/>
              </a:rPr>
              <a:t>나의</a:t>
            </a:r>
            <a:r>
              <a:rPr sz="1350" b="1" spc="-114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85" dirty="0">
                <a:solidFill>
                  <a:srgbClr val="1D40AF"/>
                </a:solidFill>
                <a:latin typeface="Malgun Gothic"/>
                <a:cs typeface="Malgun Gothic"/>
              </a:rPr>
              <a:t>성공이</a:t>
            </a: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 너의</a:t>
            </a:r>
            <a:r>
              <a:rPr sz="1350" b="1" spc="-13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80" dirty="0">
                <a:solidFill>
                  <a:srgbClr val="1D40AF"/>
                </a:solidFill>
                <a:latin typeface="Malgun Gothic"/>
                <a:cs typeface="Malgun Gothic"/>
              </a:rPr>
              <a:t>성공이고</a:t>
            </a: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 너의</a:t>
            </a:r>
            <a:r>
              <a:rPr sz="1350" b="1" spc="-13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85" dirty="0">
                <a:solidFill>
                  <a:srgbClr val="1D40AF"/>
                </a:solidFill>
                <a:latin typeface="Malgun Gothic"/>
                <a:cs typeface="Malgun Gothic"/>
              </a:rPr>
              <a:t>성공이</a:t>
            </a: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 나의</a:t>
            </a:r>
            <a:r>
              <a:rPr sz="1350" b="1" spc="-13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175" dirty="0">
                <a:solidFill>
                  <a:srgbClr val="1D40AF"/>
                </a:solidFill>
                <a:latin typeface="Malgun Gothic"/>
                <a:cs typeface="Malgun Gothic"/>
              </a:rPr>
              <a:t>성공이다</a:t>
            </a:r>
            <a:r>
              <a:rPr sz="1350" spc="-175" dirty="0">
                <a:solidFill>
                  <a:srgbClr val="1D40AF"/>
                </a:solidFill>
                <a:latin typeface="Segoe UI Symbol"/>
                <a:cs typeface="Segoe UI Symbol"/>
              </a:rPr>
              <a:t>"</a:t>
            </a:r>
            <a:endParaRPr sz="1350">
              <a:latin typeface="Segoe UI Symbol"/>
              <a:cs typeface="Segoe UI Symbo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617865" y="3903821"/>
            <a:ext cx="2003425" cy="174625"/>
            <a:chOff x="1617865" y="3903821"/>
            <a:chExt cx="2003425" cy="174625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17865" y="3903821"/>
              <a:ext cx="201409" cy="17430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9474" y="3903821"/>
              <a:ext cx="201409" cy="174307"/>
            </a:xfrm>
            <a:prstGeom prst="rect">
              <a:avLst/>
            </a:prstGeom>
          </p:spPr>
        </p:pic>
      </p:grpSp>
      <p:sp>
        <p:nvSpPr>
          <p:cNvPr id="29" name="object 29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542925"/>
          </a:xfrm>
          <a:custGeom>
            <a:avLst/>
            <a:gdLst/>
            <a:ahLst/>
            <a:cxnLst/>
            <a:rect l="l" t="t" r="r" b="b"/>
            <a:pathLst>
              <a:path w="76200" h="542925">
                <a:moveTo>
                  <a:pt x="76199" y="542924"/>
                </a:moveTo>
                <a:lnTo>
                  <a:pt x="0" y="542924"/>
                </a:lnTo>
                <a:lnTo>
                  <a:pt x="0" y="0"/>
                </a:lnTo>
                <a:lnTo>
                  <a:pt x="76199" y="0"/>
                </a:lnTo>
                <a:lnTo>
                  <a:pt x="76199" y="542924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spc="-210" dirty="0">
                <a:latin typeface="Sitka Text"/>
                <a:cs typeface="Sitka Text"/>
              </a:rPr>
              <a:t>3-</a:t>
            </a:r>
            <a:r>
              <a:rPr sz="3150" spc="-160" dirty="0">
                <a:latin typeface="Sitka Text"/>
                <a:cs typeface="Sitka Text"/>
              </a:rPr>
              <a:t>2. </a:t>
            </a:r>
            <a:r>
              <a:rPr spc="-635" dirty="0"/>
              <a:t>개별적</a:t>
            </a:r>
            <a:r>
              <a:rPr spc="-390" dirty="0"/>
              <a:t> </a:t>
            </a:r>
            <a:r>
              <a:rPr spc="-660" dirty="0"/>
              <a:t>책무성</a:t>
            </a:r>
            <a:endParaRPr sz="3150">
              <a:latin typeface="Sitka Text"/>
              <a:cs typeface="Sitka Tex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5824" y="971550"/>
            <a:ext cx="190499" cy="190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3352799"/>
            <a:ext cx="6734174" cy="1904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991050" y="924560"/>
            <a:ext cx="558165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250" dirty="0">
                <a:solidFill>
                  <a:srgbClr val="374050"/>
                </a:solidFill>
                <a:latin typeface="Malgun Gothic"/>
                <a:cs typeface="Malgun Gothic"/>
              </a:rPr>
              <a:t>개념</a:t>
            </a:r>
            <a:r>
              <a:rPr sz="1700" b="1" spc="-250" dirty="0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sz="1700" b="1" spc="-5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각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학생이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자신의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학습과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팀에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대한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기여에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명확한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책임을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지는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75" dirty="0">
                <a:solidFill>
                  <a:srgbClr val="374050"/>
                </a:solidFill>
                <a:latin typeface="Dotum"/>
                <a:cs typeface="Dotum"/>
              </a:rPr>
              <a:t>것</a:t>
            </a:r>
            <a:endParaRPr sz="1700">
              <a:latin typeface="Dotum"/>
              <a:cs typeface="Dotum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5824" y="1447799"/>
            <a:ext cx="190499" cy="1904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5824" y="2209800"/>
            <a:ext cx="190499" cy="190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86250" y="1373377"/>
            <a:ext cx="6640830" cy="1859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>
              <a:lnSpc>
                <a:spcPct val="110300"/>
              </a:lnSpc>
              <a:spcBef>
                <a:spcPts val="100"/>
              </a:spcBef>
            </a:pPr>
            <a:r>
              <a:rPr sz="1700" b="1" spc="-265" dirty="0">
                <a:solidFill>
                  <a:srgbClr val="374050"/>
                </a:solidFill>
                <a:latin typeface="Malgun Gothic"/>
                <a:cs typeface="Malgun Gothic"/>
              </a:rPr>
              <a:t>필요성</a:t>
            </a:r>
            <a:r>
              <a:rPr sz="1700" b="1" spc="-265" dirty="0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sz="1700" b="1" spc="-6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무임승차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방지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및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참여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동기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40" dirty="0">
                <a:solidFill>
                  <a:srgbClr val="374050"/>
                </a:solidFill>
                <a:latin typeface="Dotum"/>
                <a:cs typeface="Dotum"/>
              </a:rPr>
              <a:t>부여</a:t>
            </a:r>
            <a:r>
              <a:rPr sz="1700" spc="-24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25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개인의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성장이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팀의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성공으로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45" dirty="0">
                <a:solidFill>
                  <a:srgbClr val="374050"/>
                </a:solidFill>
                <a:latin typeface="Dotum"/>
                <a:cs typeface="Dotum"/>
              </a:rPr>
              <a:t>이어지는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구조</a:t>
            </a:r>
            <a:r>
              <a:rPr sz="1700" spc="-15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형성</a:t>
            </a:r>
            <a:endParaRPr sz="1700">
              <a:latin typeface="Dotum"/>
              <a:cs typeface="Dotum"/>
            </a:endParaRPr>
          </a:p>
          <a:p>
            <a:pPr marL="316865" marR="20320">
              <a:lnSpc>
                <a:spcPct val="110300"/>
              </a:lnSpc>
              <a:spcBef>
                <a:spcPts val="1500"/>
              </a:spcBef>
            </a:pPr>
            <a:r>
              <a:rPr sz="1700" b="1" spc="-325" dirty="0">
                <a:solidFill>
                  <a:srgbClr val="374050"/>
                </a:solidFill>
                <a:latin typeface="Malgun Gothic"/>
                <a:cs typeface="Malgun Gothic"/>
              </a:rPr>
              <a:t>스포츠</a:t>
            </a:r>
            <a:r>
              <a:rPr sz="1700" b="1" spc="-1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374050"/>
                </a:solidFill>
                <a:latin typeface="Malgun Gothic"/>
                <a:cs typeface="Malgun Gothic"/>
              </a:rPr>
              <a:t>교육</a:t>
            </a:r>
            <a:r>
              <a:rPr sz="1700" b="1" spc="-170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00" b="1" spc="-250" dirty="0">
                <a:solidFill>
                  <a:srgbClr val="374050"/>
                </a:solidFill>
                <a:latin typeface="Malgun Gothic"/>
                <a:cs typeface="Malgun Gothic"/>
              </a:rPr>
              <a:t>적용</a:t>
            </a:r>
            <a:r>
              <a:rPr sz="1700" b="1" spc="-250" dirty="0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sz="1700" b="1" spc="-45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개별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기능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테스트와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팀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성과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평가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40" dirty="0">
                <a:solidFill>
                  <a:srgbClr val="374050"/>
                </a:solidFill>
                <a:latin typeface="Dotum"/>
                <a:cs typeface="Dotum"/>
              </a:rPr>
              <a:t>병행</a:t>
            </a:r>
            <a:r>
              <a:rPr sz="1700" spc="-24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25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명확한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역할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40" dirty="0">
                <a:solidFill>
                  <a:srgbClr val="374050"/>
                </a:solidFill>
                <a:latin typeface="Dotum"/>
                <a:cs typeface="Dotum"/>
              </a:rPr>
              <a:t>분담</a:t>
            </a:r>
            <a:r>
              <a:rPr sz="1700" spc="-24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30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개인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별</a:t>
            </a:r>
            <a:r>
              <a:rPr sz="1700" spc="-15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향상도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체크</a:t>
            </a:r>
            <a:endParaRPr sz="17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5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효과적인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개별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책무성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평가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방법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67250" y="3519093"/>
            <a:ext cx="184150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60" dirty="0">
                <a:latin typeface="Dotum"/>
                <a:cs typeface="Dotum"/>
              </a:rPr>
              <a:t>개인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기능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테스트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195" dirty="0">
                <a:latin typeface="IBM Plex Sans"/>
                <a:cs typeface="IBM Plex Sans"/>
              </a:rPr>
              <a:t>(</a:t>
            </a:r>
            <a:r>
              <a:rPr sz="1350" spc="-195" dirty="0">
                <a:latin typeface="Dotum"/>
                <a:cs typeface="Dotum"/>
              </a:rPr>
              <a:t>전후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35" dirty="0">
                <a:latin typeface="Dotum"/>
                <a:cs typeface="Dotum"/>
              </a:rPr>
              <a:t>비교</a:t>
            </a:r>
            <a:r>
              <a:rPr sz="1350" spc="-135" dirty="0">
                <a:latin typeface="IBM Plex Sans"/>
                <a:cs typeface="IBM Plex Sans"/>
              </a:rPr>
              <a:t>)</a:t>
            </a:r>
            <a:endParaRPr sz="1350">
              <a:latin typeface="IBM Plex Sans"/>
              <a:cs typeface="IBM Plex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75550" y="3519093"/>
            <a:ext cx="175577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60" dirty="0">
                <a:latin typeface="Dotum"/>
                <a:cs typeface="Dotum"/>
              </a:rPr>
              <a:t>무작위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225" dirty="0">
                <a:latin typeface="Dotum"/>
                <a:cs typeface="Dotum"/>
              </a:rPr>
              <a:t>발표</a:t>
            </a:r>
            <a:r>
              <a:rPr sz="1350" spc="-225" dirty="0">
                <a:latin typeface="IBM Plex Sans"/>
                <a:cs typeface="IBM Plex Sans"/>
              </a:rPr>
              <a:t>/</a:t>
            </a:r>
            <a:r>
              <a:rPr sz="1350" spc="-225" dirty="0">
                <a:latin typeface="Dotum"/>
                <a:cs typeface="Dotum"/>
              </a:rPr>
              <a:t>시연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기회</a:t>
            </a:r>
            <a:r>
              <a:rPr sz="1350" spc="-9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제공</a:t>
            </a:r>
            <a:endParaRPr sz="1350">
              <a:latin typeface="Dotum"/>
              <a:cs typeface="Dotu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05350" y="3976293"/>
            <a:ext cx="165862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60" dirty="0">
                <a:latin typeface="Dotum"/>
                <a:cs typeface="Dotum"/>
              </a:rPr>
              <a:t>역할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순환제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10" dirty="0">
                <a:latin typeface="IBM Plex Sans"/>
                <a:cs typeface="IBM Plex Sans"/>
              </a:rPr>
              <a:t>(</a:t>
            </a:r>
            <a:r>
              <a:rPr sz="1350" spc="-210" dirty="0">
                <a:latin typeface="Dotum"/>
                <a:cs typeface="Dotum"/>
              </a:rPr>
              <a:t>포지션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40" dirty="0">
                <a:latin typeface="Dotum"/>
                <a:cs typeface="Dotum"/>
              </a:rPr>
              <a:t>교체</a:t>
            </a:r>
            <a:r>
              <a:rPr sz="1350" spc="-140" dirty="0">
                <a:latin typeface="IBM Plex Sans"/>
                <a:cs typeface="IBM Plex Sans"/>
              </a:rPr>
              <a:t>)</a:t>
            </a:r>
            <a:endParaRPr sz="1350">
              <a:latin typeface="IBM Plex Sans"/>
              <a:cs typeface="IBM Plex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75550" y="3977512"/>
            <a:ext cx="155575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개인별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향상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그래프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작성</a:t>
            </a:r>
            <a:endParaRPr sz="1350">
              <a:latin typeface="Dotum"/>
              <a:cs typeface="Dotu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4605" y="4434712"/>
            <a:ext cx="4527550" cy="657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105"/>
              </a:spcBef>
              <a:tabLst>
                <a:tab pos="3264535" algn="l"/>
              </a:tabLst>
            </a:pPr>
            <a:r>
              <a:rPr sz="1350" spc="-260" dirty="0">
                <a:latin typeface="Dotum"/>
                <a:cs typeface="Dotum"/>
              </a:rPr>
              <a:t>동료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평가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및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피드백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활용</a:t>
            </a:r>
            <a:r>
              <a:rPr sz="1350" dirty="0">
                <a:latin typeface="Dotum"/>
                <a:cs typeface="Dotum"/>
              </a:rPr>
              <a:t>	</a:t>
            </a:r>
            <a:r>
              <a:rPr sz="1350" spc="-260" dirty="0">
                <a:latin typeface="Dotum"/>
                <a:cs typeface="Dotum"/>
              </a:rPr>
              <a:t>개인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성찰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일지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작성</a:t>
            </a:r>
            <a:endParaRPr sz="135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2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sz="1200" spc="-195" dirty="0">
                <a:solidFill>
                  <a:srgbClr val="4A5462"/>
                </a:solidFill>
                <a:latin typeface="Dotum"/>
                <a:cs typeface="Dotum"/>
              </a:rPr>
              <a:t>주의점</a:t>
            </a:r>
            <a:r>
              <a:rPr sz="1200" b="0" i="1" spc="-195" dirty="0">
                <a:solidFill>
                  <a:srgbClr val="4A5462"/>
                </a:solidFill>
                <a:latin typeface="Bookman Old Style"/>
                <a:cs typeface="Bookman Old Style"/>
              </a:rPr>
              <a:t>:</a:t>
            </a:r>
            <a:r>
              <a:rPr sz="1200" b="0" i="1" spc="-70" dirty="0">
                <a:solidFill>
                  <a:srgbClr val="4A5462"/>
                </a:solidFill>
                <a:latin typeface="Bookman Old Style"/>
                <a:cs typeface="Bookman Old Style"/>
              </a:rPr>
              <a:t> </a:t>
            </a:r>
            <a:r>
              <a:rPr sz="1200" spc="-240" dirty="0">
                <a:solidFill>
                  <a:srgbClr val="4A5462"/>
                </a:solidFill>
                <a:latin typeface="Dotum"/>
                <a:cs typeface="Dotum"/>
              </a:rPr>
              <a:t>개별</a:t>
            </a:r>
            <a:r>
              <a:rPr sz="1200" spc="-11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200" spc="-240" dirty="0">
                <a:solidFill>
                  <a:srgbClr val="4A5462"/>
                </a:solidFill>
                <a:latin typeface="Dotum"/>
                <a:cs typeface="Dotum"/>
              </a:rPr>
              <a:t>책무성이</a:t>
            </a:r>
            <a:r>
              <a:rPr sz="1200" spc="-11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200" spc="-240" dirty="0">
                <a:solidFill>
                  <a:srgbClr val="4A5462"/>
                </a:solidFill>
                <a:latin typeface="Dotum"/>
                <a:cs typeface="Dotum"/>
              </a:rPr>
              <a:t>지나치면</a:t>
            </a:r>
            <a:r>
              <a:rPr sz="1200" spc="-11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200" spc="-240" dirty="0">
                <a:solidFill>
                  <a:srgbClr val="4A5462"/>
                </a:solidFill>
                <a:latin typeface="Dotum"/>
                <a:cs typeface="Dotum"/>
              </a:rPr>
              <a:t>협동</a:t>
            </a:r>
            <a:r>
              <a:rPr sz="1200" spc="-10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200" spc="-240" dirty="0">
                <a:solidFill>
                  <a:srgbClr val="4A5462"/>
                </a:solidFill>
                <a:latin typeface="Dotum"/>
                <a:cs typeface="Dotum"/>
              </a:rPr>
              <a:t>정신이</a:t>
            </a:r>
            <a:r>
              <a:rPr sz="1200" spc="-11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200" spc="-240" dirty="0">
                <a:solidFill>
                  <a:srgbClr val="4A5462"/>
                </a:solidFill>
                <a:latin typeface="Dotum"/>
                <a:cs typeface="Dotum"/>
              </a:rPr>
              <a:t>약화될</a:t>
            </a:r>
            <a:r>
              <a:rPr sz="1200" spc="-11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200" spc="-240" dirty="0">
                <a:solidFill>
                  <a:srgbClr val="4A5462"/>
                </a:solidFill>
                <a:latin typeface="Dotum"/>
                <a:cs typeface="Dotum"/>
              </a:rPr>
              <a:t>수</a:t>
            </a:r>
            <a:r>
              <a:rPr sz="1200" spc="-11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200" spc="-240" dirty="0">
                <a:solidFill>
                  <a:srgbClr val="4A5462"/>
                </a:solidFill>
                <a:latin typeface="Dotum"/>
                <a:cs typeface="Dotum"/>
              </a:rPr>
              <a:t>있으므로</a:t>
            </a:r>
            <a:r>
              <a:rPr sz="1200" spc="-10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200" spc="-240" dirty="0">
                <a:solidFill>
                  <a:srgbClr val="4A5462"/>
                </a:solidFill>
                <a:latin typeface="Dotum"/>
                <a:cs typeface="Dotum"/>
              </a:rPr>
              <a:t>균형</a:t>
            </a:r>
            <a:r>
              <a:rPr sz="1200" spc="-11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200" spc="-240" dirty="0">
                <a:solidFill>
                  <a:srgbClr val="4A5462"/>
                </a:solidFill>
                <a:latin typeface="Dotum"/>
                <a:cs typeface="Dotum"/>
              </a:rPr>
              <a:t>유지</a:t>
            </a:r>
            <a:r>
              <a:rPr sz="1200" spc="-11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200" spc="-25" dirty="0">
                <a:solidFill>
                  <a:srgbClr val="4A5462"/>
                </a:solidFill>
                <a:latin typeface="Dotum"/>
                <a:cs typeface="Dotum"/>
              </a:rPr>
              <a:t>필요</a:t>
            </a:r>
            <a:endParaRPr sz="1200">
              <a:latin typeface="Dotum"/>
              <a:cs typeface="Dotum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6800" y="1704975"/>
            <a:ext cx="705485" cy="571500"/>
          </a:xfrm>
          <a:custGeom>
            <a:avLst/>
            <a:gdLst/>
            <a:ahLst/>
            <a:cxnLst/>
            <a:rect l="l" t="t" r="r" b="b"/>
            <a:pathLst>
              <a:path w="705485" h="571500">
                <a:moveTo>
                  <a:pt x="250031" y="285750"/>
                </a:moveTo>
                <a:lnTo>
                  <a:pt x="208556" y="279599"/>
                </a:lnTo>
                <a:lnTo>
                  <a:pt x="170654" y="261671"/>
                </a:lnTo>
                <a:lnTo>
                  <a:pt x="139586" y="233514"/>
                </a:lnTo>
                <a:lnTo>
                  <a:pt x="118031" y="197550"/>
                </a:lnTo>
                <a:lnTo>
                  <a:pt x="107842" y="156879"/>
                </a:lnTo>
                <a:lnTo>
                  <a:pt x="107156" y="142875"/>
                </a:lnTo>
                <a:lnTo>
                  <a:pt x="107327" y="135855"/>
                </a:lnTo>
                <a:lnTo>
                  <a:pt x="115504" y="94749"/>
                </a:lnTo>
                <a:lnTo>
                  <a:pt x="135277" y="57757"/>
                </a:lnTo>
                <a:lnTo>
                  <a:pt x="164913" y="28121"/>
                </a:lnTo>
                <a:lnTo>
                  <a:pt x="201905" y="8348"/>
                </a:lnTo>
                <a:lnTo>
                  <a:pt x="243012" y="171"/>
                </a:lnTo>
                <a:lnTo>
                  <a:pt x="250031" y="0"/>
                </a:lnTo>
                <a:lnTo>
                  <a:pt x="257050" y="171"/>
                </a:lnTo>
                <a:lnTo>
                  <a:pt x="298156" y="8348"/>
                </a:lnTo>
                <a:lnTo>
                  <a:pt x="335149" y="28121"/>
                </a:lnTo>
                <a:lnTo>
                  <a:pt x="364785" y="57757"/>
                </a:lnTo>
                <a:lnTo>
                  <a:pt x="384558" y="94749"/>
                </a:lnTo>
                <a:lnTo>
                  <a:pt x="392734" y="135855"/>
                </a:lnTo>
                <a:lnTo>
                  <a:pt x="392906" y="142875"/>
                </a:lnTo>
                <a:lnTo>
                  <a:pt x="392734" y="149894"/>
                </a:lnTo>
                <a:lnTo>
                  <a:pt x="384558" y="191000"/>
                </a:lnTo>
                <a:lnTo>
                  <a:pt x="364785" y="227992"/>
                </a:lnTo>
                <a:lnTo>
                  <a:pt x="335149" y="257628"/>
                </a:lnTo>
                <a:lnTo>
                  <a:pt x="298156" y="277401"/>
                </a:lnTo>
                <a:lnTo>
                  <a:pt x="257050" y="285578"/>
                </a:lnTo>
                <a:lnTo>
                  <a:pt x="250031" y="285750"/>
                </a:lnTo>
                <a:close/>
              </a:path>
              <a:path w="705485" h="571500">
                <a:moveTo>
                  <a:pt x="611571" y="283629"/>
                </a:moveTo>
                <a:lnTo>
                  <a:pt x="535781" y="283629"/>
                </a:lnTo>
                <a:lnTo>
                  <a:pt x="659680" y="159618"/>
                </a:lnTo>
                <a:lnTo>
                  <a:pt x="668559" y="153716"/>
                </a:lnTo>
                <a:lnTo>
                  <a:pt x="678642" y="151748"/>
                </a:lnTo>
                <a:lnTo>
                  <a:pt x="688703" y="153716"/>
                </a:lnTo>
                <a:lnTo>
                  <a:pt x="697520" y="159618"/>
                </a:lnTo>
                <a:lnTo>
                  <a:pt x="703375" y="168497"/>
                </a:lnTo>
                <a:lnTo>
                  <a:pt x="705347" y="178579"/>
                </a:lnTo>
                <a:lnTo>
                  <a:pt x="703406" y="188641"/>
                </a:lnTo>
                <a:lnTo>
                  <a:pt x="697071" y="198129"/>
                </a:lnTo>
                <a:lnTo>
                  <a:pt x="611571" y="283629"/>
                </a:lnTo>
                <a:close/>
              </a:path>
              <a:path w="705485" h="571500">
                <a:moveTo>
                  <a:pt x="535795" y="348313"/>
                </a:moveTo>
                <a:lnTo>
                  <a:pt x="445479" y="269006"/>
                </a:lnTo>
                <a:lnTo>
                  <a:pt x="437610" y="250045"/>
                </a:lnTo>
                <a:lnTo>
                  <a:pt x="439577" y="239983"/>
                </a:lnTo>
                <a:lnTo>
                  <a:pt x="445479" y="231167"/>
                </a:lnTo>
                <a:lnTo>
                  <a:pt x="454519" y="225281"/>
                </a:lnTo>
                <a:lnTo>
                  <a:pt x="464441" y="223339"/>
                </a:lnTo>
                <a:lnTo>
                  <a:pt x="474503" y="225281"/>
                </a:lnTo>
                <a:lnTo>
                  <a:pt x="483319" y="231167"/>
                </a:lnTo>
                <a:lnTo>
                  <a:pt x="535781" y="283629"/>
                </a:lnTo>
                <a:lnTo>
                  <a:pt x="611571" y="283629"/>
                </a:lnTo>
                <a:lnTo>
                  <a:pt x="554756" y="340444"/>
                </a:lnTo>
                <a:lnTo>
                  <a:pt x="545877" y="346346"/>
                </a:lnTo>
                <a:lnTo>
                  <a:pt x="535795" y="348313"/>
                </a:lnTo>
                <a:close/>
              </a:path>
              <a:path w="705485" h="571500">
                <a:moveTo>
                  <a:pt x="466911" y="571500"/>
                </a:moveTo>
                <a:lnTo>
                  <a:pt x="33151" y="571500"/>
                </a:lnTo>
                <a:lnTo>
                  <a:pt x="20248" y="568894"/>
                </a:lnTo>
                <a:lnTo>
                  <a:pt x="9711" y="561788"/>
                </a:lnTo>
                <a:lnTo>
                  <a:pt x="2605" y="551251"/>
                </a:lnTo>
                <a:lnTo>
                  <a:pt x="0" y="538348"/>
                </a:lnTo>
                <a:lnTo>
                  <a:pt x="5254" y="492705"/>
                </a:lnTo>
                <a:lnTo>
                  <a:pt x="20223" y="450810"/>
                </a:lnTo>
                <a:lnTo>
                  <a:pt x="43712" y="413858"/>
                </a:lnTo>
                <a:lnTo>
                  <a:pt x="74530" y="383040"/>
                </a:lnTo>
                <a:lnTo>
                  <a:pt x="111482" y="359551"/>
                </a:lnTo>
                <a:lnTo>
                  <a:pt x="153377" y="344582"/>
                </a:lnTo>
                <a:lnTo>
                  <a:pt x="199020" y="339328"/>
                </a:lnTo>
                <a:lnTo>
                  <a:pt x="301042" y="339328"/>
                </a:lnTo>
                <a:lnTo>
                  <a:pt x="346685" y="344582"/>
                </a:lnTo>
                <a:lnTo>
                  <a:pt x="388579" y="359551"/>
                </a:lnTo>
                <a:lnTo>
                  <a:pt x="425532" y="383040"/>
                </a:lnTo>
                <a:lnTo>
                  <a:pt x="456349" y="413858"/>
                </a:lnTo>
                <a:lnTo>
                  <a:pt x="479839" y="450810"/>
                </a:lnTo>
                <a:lnTo>
                  <a:pt x="494807" y="492705"/>
                </a:lnTo>
                <a:lnTo>
                  <a:pt x="500062" y="538348"/>
                </a:lnTo>
                <a:lnTo>
                  <a:pt x="497456" y="551251"/>
                </a:lnTo>
                <a:lnTo>
                  <a:pt x="490351" y="561788"/>
                </a:lnTo>
                <a:lnTo>
                  <a:pt x="479813" y="568894"/>
                </a:lnTo>
                <a:lnTo>
                  <a:pt x="466911" y="571500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542925"/>
          </a:xfrm>
          <a:custGeom>
            <a:avLst/>
            <a:gdLst/>
            <a:ahLst/>
            <a:cxnLst/>
            <a:rect l="l" t="t" r="r" b="b"/>
            <a:pathLst>
              <a:path w="76200" h="542925">
                <a:moveTo>
                  <a:pt x="76199" y="542924"/>
                </a:moveTo>
                <a:lnTo>
                  <a:pt x="0" y="542924"/>
                </a:lnTo>
                <a:lnTo>
                  <a:pt x="0" y="0"/>
                </a:lnTo>
                <a:lnTo>
                  <a:pt x="76199" y="0"/>
                </a:lnTo>
                <a:lnTo>
                  <a:pt x="76199" y="542924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spc="-210" dirty="0">
                <a:latin typeface="Sitka Text"/>
                <a:cs typeface="Sitka Text"/>
              </a:rPr>
              <a:t>3-</a:t>
            </a:r>
            <a:r>
              <a:rPr sz="3150" spc="-150" dirty="0">
                <a:latin typeface="Sitka Text"/>
                <a:cs typeface="Sitka Text"/>
              </a:rPr>
              <a:t>3.</a:t>
            </a:r>
            <a:r>
              <a:rPr sz="3150" spc="-160" dirty="0">
                <a:latin typeface="Sitka Text"/>
                <a:cs typeface="Sitka Text"/>
              </a:rPr>
              <a:t> </a:t>
            </a:r>
            <a:r>
              <a:rPr spc="-635" dirty="0"/>
              <a:t>대면적</a:t>
            </a:r>
            <a:r>
              <a:rPr spc="-390" dirty="0"/>
              <a:t> </a:t>
            </a:r>
            <a:r>
              <a:rPr spc="-660" dirty="0"/>
              <a:t>상호작용</a:t>
            </a:r>
            <a:endParaRPr sz="3150">
              <a:latin typeface="Sitka Text"/>
              <a:cs typeface="Sitka Tex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95824" y="2457449"/>
            <a:ext cx="6734175" cy="2228850"/>
            <a:chOff x="4695824" y="2457449"/>
            <a:chExt cx="6734175" cy="2228850"/>
          </a:xfrm>
        </p:grpSpPr>
        <p:sp>
          <p:nvSpPr>
            <p:cNvPr id="5" name="object 5"/>
            <p:cNvSpPr/>
            <p:nvPr/>
          </p:nvSpPr>
          <p:spPr>
            <a:xfrm>
              <a:off x="4695824" y="2457449"/>
              <a:ext cx="6734175" cy="2228850"/>
            </a:xfrm>
            <a:custGeom>
              <a:avLst/>
              <a:gdLst/>
              <a:ahLst/>
              <a:cxnLst/>
              <a:rect l="l" t="t" r="r" b="b"/>
              <a:pathLst>
                <a:path w="6734175" h="2228850">
                  <a:moveTo>
                    <a:pt x="6662977" y="2228849"/>
                  </a:moveTo>
                  <a:lnTo>
                    <a:pt x="71196" y="2228849"/>
                  </a:lnTo>
                  <a:lnTo>
                    <a:pt x="66241" y="2228361"/>
                  </a:lnTo>
                  <a:lnTo>
                    <a:pt x="29705" y="2213227"/>
                  </a:lnTo>
                  <a:lnTo>
                    <a:pt x="3885" y="2177186"/>
                  </a:lnTo>
                  <a:lnTo>
                    <a:pt x="0" y="2157653"/>
                  </a:lnTo>
                  <a:lnTo>
                    <a:pt x="0" y="215264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6662977" y="0"/>
                  </a:lnTo>
                  <a:lnTo>
                    <a:pt x="6704468" y="15621"/>
                  </a:lnTo>
                  <a:lnTo>
                    <a:pt x="6730287" y="51661"/>
                  </a:lnTo>
                  <a:lnTo>
                    <a:pt x="6734173" y="71196"/>
                  </a:lnTo>
                  <a:lnTo>
                    <a:pt x="6734173" y="2157653"/>
                  </a:lnTo>
                  <a:lnTo>
                    <a:pt x="6718551" y="2199143"/>
                  </a:lnTo>
                  <a:lnTo>
                    <a:pt x="6682511" y="2224963"/>
                  </a:lnTo>
                  <a:lnTo>
                    <a:pt x="6667932" y="2228361"/>
                  </a:lnTo>
                  <a:lnTo>
                    <a:pt x="6662977" y="22288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4177" y="2657474"/>
              <a:ext cx="130961" cy="190499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4695824" y="4914899"/>
            <a:ext cx="6734175" cy="1085850"/>
          </a:xfrm>
          <a:custGeom>
            <a:avLst/>
            <a:gdLst/>
            <a:ahLst/>
            <a:cxnLst/>
            <a:rect l="l" t="t" r="r" b="b"/>
            <a:pathLst>
              <a:path w="6734175" h="1085850">
                <a:moveTo>
                  <a:pt x="6662977" y="1085849"/>
                </a:moveTo>
                <a:lnTo>
                  <a:pt x="71196" y="1085849"/>
                </a:lnTo>
                <a:lnTo>
                  <a:pt x="66241" y="1085362"/>
                </a:lnTo>
                <a:lnTo>
                  <a:pt x="29705" y="1070227"/>
                </a:lnTo>
                <a:lnTo>
                  <a:pt x="3885" y="1034187"/>
                </a:lnTo>
                <a:lnTo>
                  <a:pt x="0" y="1014653"/>
                </a:lnTo>
                <a:lnTo>
                  <a:pt x="0" y="100964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6662977" y="0"/>
                </a:lnTo>
                <a:lnTo>
                  <a:pt x="6704468" y="15621"/>
                </a:lnTo>
                <a:lnTo>
                  <a:pt x="6730287" y="51660"/>
                </a:lnTo>
                <a:lnTo>
                  <a:pt x="6734173" y="71196"/>
                </a:lnTo>
                <a:lnTo>
                  <a:pt x="6734173" y="1014653"/>
                </a:lnTo>
                <a:lnTo>
                  <a:pt x="6718551" y="1056143"/>
                </a:lnTo>
                <a:lnTo>
                  <a:pt x="6682511" y="1081964"/>
                </a:lnTo>
                <a:lnTo>
                  <a:pt x="6667932" y="1085362"/>
                </a:lnTo>
                <a:lnTo>
                  <a:pt x="6662977" y="1085849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971550"/>
            <a:ext cx="190499" cy="1904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91050" y="896084"/>
            <a:ext cx="6440170" cy="5981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10"/>
              </a:spcBef>
            </a:pPr>
            <a:r>
              <a:rPr sz="1700" b="1" spc="-325" dirty="0">
                <a:solidFill>
                  <a:srgbClr val="374050"/>
                </a:solidFill>
                <a:latin typeface="Malgun Gothic"/>
                <a:cs typeface="Malgun Gothic"/>
              </a:rPr>
              <a:t>대면적</a:t>
            </a:r>
            <a:r>
              <a:rPr sz="1700" b="1" spc="-1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00" b="1" spc="-295" dirty="0">
                <a:solidFill>
                  <a:srgbClr val="374050"/>
                </a:solidFill>
                <a:latin typeface="Malgun Gothic"/>
                <a:cs typeface="Malgun Gothic"/>
              </a:rPr>
              <a:t>상호작용이란</a:t>
            </a:r>
            <a:r>
              <a:rPr sz="1700" b="1" spc="-295" dirty="0">
                <a:solidFill>
                  <a:srgbClr val="374050"/>
                </a:solidFill>
                <a:latin typeface="Verdana Pro Cond Black"/>
                <a:cs typeface="Verdana Pro Cond Black"/>
              </a:rPr>
              <a:t>?</a:t>
            </a:r>
            <a:r>
              <a:rPr sz="1700" b="1" spc="-50" dirty="0">
                <a:solidFill>
                  <a:srgbClr val="374050"/>
                </a:solidFill>
                <a:latin typeface="Verdana Pro Cond Black"/>
                <a:cs typeface="Verdana Pro Cond Black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학생들이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서로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75" dirty="0">
                <a:solidFill>
                  <a:srgbClr val="374050"/>
                </a:solidFill>
                <a:latin typeface="Dotum"/>
                <a:cs typeface="Dotum"/>
              </a:rPr>
              <a:t>격려하고</a:t>
            </a:r>
            <a:r>
              <a:rPr sz="1700" spc="-275" dirty="0">
                <a:solidFill>
                  <a:srgbClr val="374050"/>
                </a:solidFill>
                <a:latin typeface="Futura Lt BT"/>
                <a:cs typeface="Futura Lt BT"/>
              </a:rPr>
              <a:t>,</a:t>
            </a:r>
            <a:r>
              <a:rPr sz="1700" spc="-60" dirty="0">
                <a:solidFill>
                  <a:srgbClr val="374050"/>
                </a:solidFill>
                <a:latin typeface="Futura Lt BT"/>
                <a:cs typeface="Futura Lt BT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기술을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85" dirty="0">
                <a:solidFill>
                  <a:srgbClr val="374050"/>
                </a:solidFill>
                <a:latin typeface="Dotum"/>
                <a:cs typeface="Dotum"/>
              </a:rPr>
              <a:t>가르쳐주며</a:t>
            </a:r>
            <a:r>
              <a:rPr sz="1700" spc="-285" dirty="0">
                <a:solidFill>
                  <a:srgbClr val="374050"/>
                </a:solidFill>
                <a:latin typeface="Futura Lt BT"/>
                <a:cs typeface="Futura Lt BT"/>
              </a:rPr>
              <a:t>,</a:t>
            </a:r>
            <a:r>
              <a:rPr sz="1700" spc="-65" dirty="0">
                <a:solidFill>
                  <a:srgbClr val="374050"/>
                </a:solidFill>
                <a:latin typeface="Futura Lt BT"/>
                <a:cs typeface="Futura Lt BT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직접적인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소통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을</a:t>
            </a:r>
            <a:r>
              <a:rPr sz="1700" spc="-15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통해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학습하는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과정</a:t>
            </a:r>
            <a:endParaRPr sz="1700">
              <a:latin typeface="Dotum"/>
              <a:cs typeface="Dotum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1733550"/>
            <a:ext cx="190499" cy="1904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991050" y="1658084"/>
            <a:ext cx="6426200" cy="1226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10"/>
              </a:spcBef>
            </a:pPr>
            <a:r>
              <a:rPr sz="1700" b="1" spc="-265" dirty="0">
                <a:solidFill>
                  <a:srgbClr val="374050"/>
                </a:solidFill>
                <a:latin typeface="Malgun Gothic"/>
                <a:cs typeface="Malgun Gothic"/>
              </a:rPr>
              <a:t>중요성</a:t>
            </a:r>
            <a:r>
              <a:rPr sz="1700" b="1" spc="-265" dirty="0">
                <a:solidFill>
                  <a:srgbClr val="374050"/>
                </a:solidFill>
                <a:latin typeface="Verdana Pro Cond Black"/>
                <a:cs typeface="Verdana Pro Cond Black"/>
              </a:rPr>
              <a:t>:</a:t>
            </a:r>
            <a:r>
              <a:rPr sz="1700" b="1" spc="-50" dirty="0">
                <a:solidFill>
                  <a:srgbClr val="374050"/>
                </a:solidFill>
                <a:latin typeface="Verdana Pro Cond Black"/>
                <a:cs typeface="Verdana Pro Cond Black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신체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활동의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특성상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95" dirty="0">
                <a:solidFill>
                  <a:srgbClr val="374050"/>
                </a:solidFill>
                <a:latin typeface="Dotum"/>
                <a:cs typeface="Dotum"/>
              </a:rPr>
              <a:t>언어적</a:t>
            </a:r>
            <a:r>
              <a:rPr sz="1700" spc="-295" dirty="0">
                <a:solidFill>
                  <a:srgbClr val="374050"/>
                </a:solidFill>
                <a:latin typeface="Futura Lt BT"/>
                <a:cs typeface="Futura Lt BT"/>
              </a:rPr>
              <a:t>/</a:t>
            </a:r>
            <a:r>
              <a:rPr sz="1700" spc="-295" dirty="0">
                <a:solidFill>
                  <a:srgbClr val="374050"/>
                </a:solidFill>
                <a:latin typeface="Dotum"/>
                <a:cs typeface="Dotum"/>
              </a:rPr>
              <a:t>비언어적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피드백을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통한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즉각적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상호작용이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75" dirty="0">
                <a:solidFill>
                  <a:srgbClr val="374050"/>
                </a:solidFill>
                <a:latin typeface="Dotum"/>
                <a:cs typeface="Dotum"/>
              </a:rPr>
              <a:t>학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 습</a:t>
            </a:r>
            <a:r>
              <a:rPr sz="1700" spc="-15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효과를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극대화</a:t>
            </a:r>
            <a:endParaRPr sz="17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1500">
              <a:latin typeface="Dotum"/>
              <a:cs typeface="Dotum"/>
            </a:endParaRPr>
          </a:p>
          <a:p>
            <a:pPr marL="78740">
              <a:lnSpc>
                <a:spcPct val="100000"/>
              </a:lnSpc>
              <a:spcBef>
                <a:spcPts val="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효과적인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상호작용을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위한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지도</a:t>
            </a:r>
            <a:r>
              <a:rPr sz="1700" b="1" spc="-17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방법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24424" y="30289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6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2" y="26245"/>
                </a:lnTo>
                <a:lnTo>
                  <a:pt x="240453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0"/>
                </a:lnTo>
                <a:lnTo>
                  <a:pt x="258907" y="178266"/>
                </a:lnTo>
                <a:lnTo>
                  <a:pt x="240453" y="212792"/>
                </a:lnTo>
                <a:lnTo>
                  <a:pt x="212792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11141" y="3058949"/>
            <a:ext cx="9969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1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95850" y="3005880"/>
            <a:ext cx="438975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latin typeface="Malgun Gothic"/>
                <a:cs typeface="Malgun Gothic"/>
              </a:rPr>
              <a:t>상호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관찰과</a:t>
            </a:r>
            <a:r>
              <a:rPr sz="1350" b="1" spc="-125" dirty="0">
                <a:latin typeface="Malgun Gothic"/>
                <a:cs typeface="Malgun Gothic"/>
              </a:rPr>
              <a:t> </a:t>
            </a:r>
            <a:r>
              <a:rPr sz="1350" b="1" spc="-215" dirty="0">
                <a:latin typeface="Malgun Gothic"/>
                <a:cs typeface="Malgun Gothic"/>
              </a:rPr>
              <a:t>피드백</a:t>
            </a:r>
            <a:r>
              <a:rPr sz="1350" b="1" spc="-215" dirty="0">
                <a:latin typeface="Arial"/>
                <a:cs typeface="Arial"/>
              </a:rPr>
              <a:t>: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spc="-204" dirty="0">
                <a:latin typeface="Tw Cen MT Condensed Extra Bold"/>
                <a:cs typeface="Tw Cen MT Condensed Extra Bold"/>
              </a:rPr>
              <a:t>"</a:t>
            </a:r>
            <a:r>
              <a:rPr sz="1350" spc="-204" dirty="0">
                <a:latin typeface="Dotum"/>
                <a:cs typeface="Dotum"/>
              </a:rPr>
              <a:t>서브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자세를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관찰하고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세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가지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피드백을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125" dirty="0">
                <a:latin typeface="Dotum"/>
                <a:cs typeface="Dotum"/>
              </a:rPr>
              <a:t>주세요</a:t>
            </a:r>
            <a:r>
              <a:rPr sz="1350" spc="-125" dirty="0">
                <a:latin typeface="Tw Cen MT Condensed Extra Bold"/>
                <a:cs typeface="Tw Cen MT Condensed Extra Bold"/>
              </a:rPr>
              <a:t>"</a:t>
            </a:r>
            <a:endParaRPr sz="1350">
              <a:latin typeface="Tw Cen MT Condensed Extra Bold"/>
              <a:cs typeface="Tw Cen MT Condensed Extra Bold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24424" y="34099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9"/>
                </a:lnTo>
                <a:lnTo>
                  <a:pt x="59264" y="244226"/>
                </a:lnTo>
                <a:lnTo>
                  <a:pt x="30267" y="217946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2" y="26246"/>
                </a:lnTo>
                <a:lnTo>
                  <a:pt x="240453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1"/>
                </a:lnTo>
                <a:lnTo>
                  <a:pt x="258907" y="178266"/>
                </a:lnTo>
                <a:lnTo>
                  <a:pt x="240453" y="212792"/>
                </a:lnTo>
                <a:lnTo>
                  <a:pt x="212792" y="240453"/>
                </a:lnTo>
                <a:lnTo>
                  <a:pt x="178266" y="258908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011141" y="3439949"/>
            <a:ext cx="9969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5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95850" y="3386880"/>
            <a:ext cx="41186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latin typeface="Malgun Gothic"/>
                <a:cs typeface="Malgun Gothic"/>
              </a:rPr>
              <a:t>질문</a:t>
            </a:r>
            <a:r>
              <a:rPr sz="1350" b="1" spc="-12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유도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20" dirty="0">
                <a:latin typeface="Arial"/>
                <a:cs typeface="Arial"/>
              </a:rPr>
              <a:t> </a:t>
            </a:r>
            <a:r>
              <a:rPr sz="1350" spc="-220" dirty="0">
                <a:latin typeface="Tw Cen MT Condensed Extra Bold"/>
                <a:cs typeface="Tw Cen MT Condensed Extra Bold"/>
              </a:rPr>
              <a:t>"</a:t>
            </a:r>
            <a:r>
              <a:rPr sz="1350" spc="-220" dirty="0">
                <a:latin typeface="Dotum"/>
                <a:cs typeface="Dotum"/>
              </a:rPr>
              <a:t>어떻게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하면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더</a:t>
            </a:r>
            <a:r>
              <a:rPr sz="1350" spc="-90" dirty="0">
                <a:latin typeface="Dotum"/>
                <a:cs typeface="Dotum"/>
              </a:rPr>
              <a:t> </a:t>
            </a:r>
            <a:r>
              <a:rPr sz="1350" spc="-190" dirty="0">
                <a:latin typeface="Dotum"/>
                <a:cs typeface="Dotum"/>
              </a:rPr>
              <a:t>효과적일까</a:t>
            </a:r>
            <a:r>
              <a:rPr sz="1350" spc="-190" dirty="0">
                <a:latin typeface="Tw Cen MT Condensed Extra Bold"/>
                <a:cs typeface="Tw Cen MT Condensed Extra Bold"/>
              </a:rPr>
              <a:t>?",</a:t>
            </a:r>
            <a:r>
              <a:rPr sz="1350" spc="25" dirty="0">
                <a:latin typeface="Tw Cen MT Condensed Extra Bold"/>
                <a:cs typeface="Tw Cen MT Condensed Extra Bold"/>
              </a:rPr>
              <a:t> </a:t>
            </a:r>
            <a:r>
              <a:rPr sz="1350" spc="-175" dirty="0">
                <a:latin typeface="Tw Cen MT Condensed Extra Bold"/>
                <a:cs typeface="Tw Cen MT Condensed Extra Bold"/>
              </a:rPr>
              <a:t>"</a:t>
            </a:r>
            <a:r>
              <a:rPr sz="1350" spc="-175" dirty="0">
                <a:latin typeface="Dotum"/>
                <a:cs typeface="Dotum"/>
              </a:rPr>
              <a:t>왜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그렇게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145" dirty="0">
                <a:latin typeface="Dotum"/>
                <a:cs typeface="Dotum"/>
              </a:rPr>
              <a:t>생각하니</a:t>
            </a:r>
            <a:r>
              <a:rPr sz="1350" spc="-145" dirty="0">
                <a:latin typeface="Tw Cen MT Condensed Extra Bold"/>
                <a:cs typeface="Tw Cen MT Condensed Extra Bold"/>
              </a:rPr>
              <a:t>?"</a:t>
            </a:r>
            <a:endParaRPr sz="1350">
              <a:latin typeface="Tw Cen MT Condensed Extra Bold"/>
              <a:cs typeface="Tw Cen MT Condensed Extra Bold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924424" y="37909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8"/>
                </a:lnTo>
                <a:lnTo>
                  <a:pt x="59264" y="244226"/>
                </a:lnTo>
                <a:lnTo>
                  <a:pt x="30267" y="217947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5"/>
                </a:lnTo>
                <a:lnTo>
                  <a:pt x="53906" y="26246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2" y="26246"/>
                </a:lnTo>
                <a:lnTo>
                  <a:pt x="240453" y="53905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0"/>
                </a:lnTo>
                <a:lnTo>
                  <a:pt x="258907" y="178266"/>
                </a:lnTo>
                <a:lnTo>
                  <a:pt x="240453" y="212793"/>
                </a:lnTo>
                <a:lnTo>
                  <a:pt x="212792" y="240453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011141" y="3820948"/>
            <a:ext cx="9969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5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1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95850" y="3767880"/>
            <a:ext cx="461518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latin typeface="Malgun Gothic"/>
                <a:cs typeface="Malgun Gothic"/>
              </a:rPr>
              <a:t>격려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문화</a:t>
            </a:r>
            <a:r>
              <a:rPr sz="1350" b="1" spc="-125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조성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25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실패한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동료에게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20" dirty="0">
                <a:latin typeface="Tw Cen MT Condensed Extra Bold"/>
                <a:cs typeface="Tw Cen MT Condensed Extra Bold"/>
              </a:rPr>
              <a:t>"</a:t>
            </a:r>
            <a:r>
              <a:rPr sz="1350" spc="-220" dirty="0">
                <a:latin typeface="Dotum"/>
                <a:cs typeface="Dotum"/>
              </a:rPr>
              <a:t>다음엔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잘할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04" dirty="0">
                <a:latin typeface="Dotum"/>
                <a:cs typeface="Dotum"/>
              </a:rPr>
              <a:t>거야</a:t>
            </a:r>
            <a:r>
              <a:rPr sz="1350" spc="-204" dirty="0">
                <a:latin typeface="Tw Cen MT Condensed Extra Bold"/>
                <a:cs typeface="Tw Cen MT Condensed Extra Bold"/>
              </a:rPr>
              <a:t>"</a:t>
            </a:r>
            <a:r>
              <a:rPr sz="1350" spc="15" dirty="0">
                <a:latin typeface="Tw Cen MT Condensed Extra Bold"/>
                <a:cs typeface="Tw Cen MT Condensed Extra Bold"/>
              </a:rPr>
              <a:t> </a:t>
            </a:r>
            <a:r>
              <a:rPr sz="1350" spc="-260" dirty="0">
                <a:latin typeface="Dotum"/>
                <a:cs typeface="Dotum"/>
              </a:rPr>
              <a:t>같은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격려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표현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사용</a:t>
            </a:r>
            <a:endParaRPr sz="1350">
              <a:latin typeface="Dotum"/>
              <a:cs typeface="Dotum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24424" y="417194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133349" y="266699"/>
                </a:moveTo>
                <a:lnTo>
                  <a:pt x="94639" y="260958"/>
                </a:lnTo>
                <a:lnTo>
                  <a:pt x="59264" y="244225"/>
                </a:lnTo>
                <a:lnTo>
                  <a:pt x="30267" y="217946"/>
                </a:lnTo>
                <a:lnTo>
                  <a:pt x="10149" y="184380"/>
                </a:lnTo>
                <a:lnTo>
                  <a:pt x="640" y="14642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139901" y="160"/>
                </a:lnTo>
                <a:lnTo>
                  <a:pt x="178266" y="7791"/>
                </a:lnTo>
                <a:lnTo>
                  <a:pt x="212792" y="26245"/>
                </a:lnTo>
                <a:lnTo>
                  <a:pt x="240453" y="53906"/>
                </a:lnTo>
                <a:lnTo>
                  <a:pt x="258907" y="88432"/>
                </a:lnTo>
                <a:lnTo>
                  <a:pt x="266539" y="126798"/>
                </a:lnTo>
                <a:lnTo>
                  <a:pt x="266699" y="133349"/>
                </a:lnTo>
                <a:lnTo>
                  <a:pt x="266539" y="139900"/>
                </a:lnTo>
                <a:lnTo>
                  <a:pt x="258907" y="178266"/>
                </a:lnTo>
                <a:lnTo>
                  <a:pt x="240453" y="212792"/>
                </a:lnTo>
                <a:lnTo>
                  <a:pt x="212792" y="240452"/>
                </a:lnTo>
                <a:lnTo>
                  <a:pt x="178266" y="258907"/>
                </a:lnTo>
                <a:lnTo>
                  <a:pt x="139901" y="266539"/>
                </a:lnTo>
                <a:lnTo>
                  <a:pt x="133349" y="2666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011141" y="4201948"/>
            <a:ext cx="9969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5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95850" y="4148962"/>
            <a:ext cx="456819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latin typeface="Malgun Gothic"/>
                <a:cs typeface="Malgun Gothic"/>
              </a:rPr>
              <a:t>신체적</a:t>
            </a:r>
            <a:r>
              <a:rPr sz="1350" b="1" spc="-135" dirty="0">
                <a:latin typeface="Malgun Gothic"/>
                <a:cs typeface="Malgun Gothic"/>
              </a:rPr>
              <a:t> </a:t>
            </a:r>
            <a:r>
              <a:rPr sz="1350" b="1" spc="-225" dirty="0">
                <a:latin typeface="Malgun Gothic"/>
                <a:cs typeface="Malgun Gothic"/>
              </a:rPr>
              <a:t>하이파이브</a:t>
            </a:r>
            <a:r>
              <a:rPr sz="1350" b="1" spc="-225" dirty="0">
                <a:latin typeface="Arial"/>
                <a:cs typeface="Arial"/>
              </a:rPr>
              <a:t>: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성공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경험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하이파이브나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파이팅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등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신체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접촉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권장</a:t>
            </a:r>
            <a:endParaRPr sz="1350">
              <a:latin typeface="Dotum"/>
              <a:cs typeface="Dotu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07857" y="5063362"/>
            <a:ext cx="151320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효과적인</a:t>
            </a:r>
            <a:r>
              <a:rPr sz="1350" b="1" spc="-13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상호작용</a:t>
            </a:r>
            <a:r>
              <a:rPr sz="1350" b="1" spc="-12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85" dirty="0">
                <a:solidFill>
                  <a:srgbClr val="1D40AF"/>
                </a:solidFill>
                <a:latin typeface="Malgun Gothic"/>
                <a:cs typeface="Malgun Gothic"/>
              </a:rPr>
              <a:t>결과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553074" y="5372099"/>
            <a:ext cx="5019675" cy="230504"/>
            <a:chOff x="5553074" y="5372099"/>
            <a:chExt cx="5019675" cy="230504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3074" y="5372099"/>
              <a:ext cx="228600" cy="2286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81849" y="5375024"/>
              <a:ext cx="257175" cy="226060"/>
            </a:xfrm>
            <a:custGeom>
              <a:avLst/>
              <a:gdLst/>
              <a:ahLst/>
              <a:cxnLst/>
              <a:rect l="l" t="t" r="r" b="b"/>
              <a:pathLst>
                <a:path w="257175" h="226060">
                  <a:moveTo>
                    <a:pt x="132248" y="108473"/>
                  </a:moveTo>
                  <a:lnTo>
                    <a:pt x="124926" y="108473"/>
                  </a:lnTo>
                  <a:lnTo>
                    <a:pt x="121309" y="107089"/>
                  </a:lnTo>
                  <a:lnTo>
                    <a:pt x="73178" y="58199"/>
                  </a:lnTo>
                  <a:lnTo>
                    <a:pt x="65795" y="46922"/>
                  </a:lnTo>
                  <a:lnTo>
                    <a:pt x="63333" y="34089"/>
                  </a:lnTo>
                  <a:lnTo>
                    <a:pt x="65795" y="21255"/>
                  </a:lnTo>
                  <a:lnTo>
                    <a:pt x="73178" y="9978"/>
                  </a:lnTo>
                  <a:lnTo>
                    <a:pt x="84293" y="2494"/>
                  </a:lnTo>
                  <a:lnTo>
                    <a:pt x="96931" y="0"/>
                  </a:lnTo>
                  <a:lnTo>
                    <a:pt x="109570" y="2494"/>
                  </a:lnTo>
                  <a:lnTo>
                    <a:pt x="120684" y="9978"/>
                  </a:lnTo>
                  <a:lnTo>
                    <a:pt x="128587" y="18015"/>
                  </a:lnTo>
                  <a:lnTo>
                    <a:pt x="189258" y="18015"/>
                  </a:lnTo>
                  <a:lnTo>
                    <a:pt x="191379" y="21255"/>
                  </a:lnTo>
                  <a:lnTo>
                    <a:pt x="193841" y="34089"/>
                  </a:lnTo>
                  <a:lnTo>
                    <a:pt x="191379" y="46922"/>
                  </a:lnTo>
                  <a:lnTo>
                    <a:pt x="183996" y="58199"/>
                  </a:lnTo>
                  <a:lnTo>
                    <a:pt x="135865" y="107089"/>
                  </a:lnTo>
                  <a:lnTo>
                    <a:pt x="132248" y="108473"/>
                  </a:lnTo>
                  <a:close/>
                </a:path>
                <a:path w="257175" h="226060">
                  <a:moveTo>
                    <a:pt x="189258" y="18015"/>
                  </a:moveTo>
                  <a:lnTo>
                    <a:pt x="128587" y="18015"/>
                  </a:lnTo>
                  <a:lnTo>
                    <a:pt x="136490" y="9978"/>
                  </a:lnTo>
                  <a:lnTo>
                    <a:pt x="147604" y="2494"/>
                  </a:lnTo>
                  <a:lnTo>
                    <a:pt x="160243" y="0"/>
                  </a:lnTo>
                  <a:lnTo>
                    <a:pt x="172881" y="2494"/>
                  </a:lnTo>
                  <a:lnTo>
                    <a:pt x="183996" y="9978"/>
                  </a:lnTo>
                  <a:lnTo>
                    <a:pt x="189258" y="18015"/>
                  </a:lnTo>
                  <a:close/>
                </a:path>
                <a:path w="257175" h="226060">
                  <a:moveTo>
                    <a:pt x="165065" y="168525"/>
                  </a:moveTo>
                  <a:lnTo>
                    <a:pt x="30718" y="168525"/>
                  </a:lnTo>
                  <a:lnTo>
                    <a:pt x="50765" y="152452"/>
                  </a:lnTo>
                  <a:lnTo>
                    <a:pt x="58795" y="147070"/>
                  </a:lnTo>
                  <a:lnTo>
                    <a:pt x="67553" y="143154"/>
                  </a:lnTo>
                  <a:lnTo>
                    <a:pt x="76846" y="140761"/>
                  </a:lnTo>
                  <a:lnTo>
                    <a:pt x="86484" y="139950"/>
                  </a:lnTo>
                  <a:lnTo>
                    <a:pt x="165065" y="139950"/>
                  </a:lnTo>
                  <a:lnTo>
                    <a:pt x="171450" y="146335"/>
                  </a:lnTo>
                  <a:lnTo>
                    <a:pt x="171450" y="162140"/>
                  </a:lnTo>
                  <a:lnTo>
                    <a:pt x="165065" y="168525"/>
                  </a:lnTo>
                  <a:close/>
                </a:path>
                <a:path w="257175" h="226060">
                  <a:moveTo>
                    <a:pt x="235478" y="182813"/>
                  </a:moveTo>
                  <a:lnTo>
                    <a:pt x="175289" y="182813"/>
                  </a:lnTo>
                  <a:lnTo>
                    <a:pt x="228733" y="143433"/>
                  </a:lnTo>
                  <a:lnTo>
                    <a:pt x="235164" y="140440"/>
                  </a:lnTo>
                  <a:lnTo>
                    <a:pt x="242000" y="140157"/>
                  </a:lnTo>
                  <a:lnTo>
                    <a:pt x="248442" y="142459"/>
                  </a:lnTo>
                  <a:lnTo>
                    <a:pt x="253692" y="147228"/>
                  </a:lnTo>
                  <a:lnTo>
                    <a:pt x="256684" y="153658"/>
                  </a:lnTo>
                  <a:lnTo>
                    <a:pt x="256968" y="160494"/>
                  </a:lnTo>
                  <a:lnTo>
                    <a:pt x="254665" y="166937"/>
                  </a:lnTo>
                  <a:lnTo>
                    <a:pt x="249897" y="172186"/>
                  </a:lnTo>
                  <a:lnTo>
                    <a:pt x="235478" y="182813"/>
                  </a:lnTo>
                  <a:close/>
                </a:path>
                <a:path w="257175" h="226060">
                  <a:moveTo>
                    <a:pt x="157341" y="225675"/>
                  </a:moveTo>
                  <a:lnTo>
                    <a:pt x="6384" y="225675"/>
                  </a:lnTo>
                  <a:lnTo>
                    <a:pt x="0" y="219290"/>
                  </a:lnTo>
                  <a:lnTo>
                    <a:pt x="0" y="174910"/>
                  </a:lnTo>
                  <a:lnTo>
                    <a:pt x="6384" y="168525"/>
                  </a:lnTo>
                  <a:lnTo>
                    <a:pt x="117514" y="168525"/>
                  </a:lnTo>
                  <a:lnTo>
                    <a:pt x="114300" y="171740"/>
                  </a:lnTo>
                  <a:lnTo>
                    <a:pt x="114300" y="179598"/>
                  </a:lnTo>
                  <a:lnTo>
                    <a:pt x="117514" y="182813"/>
                  </a:lnTo>
                  <a:lnTo>
                    <a:pt x="235478" y="182813"/>
                  </a:lnTo>
                  <a:lnTo>
                    <a:pt x="193372" y="213843"/>
                  </a:lnTo>
                  <a:lnTo>
                    <a:pt x="185161" y="218932"/>
                  </a:lnTo>
                  <a:lnTo>
                    <a:pt x="176311" y="222639"/>
                  </a:lnTo>
                  <a:lnTo>
                    <a:pt x="166983" y="224906"/>
                  </a:lnTo>
                  <a:lnTo>
                    <a:pt x="157341" y="225675"/>
                  </a:lnTo>
                  <a:close/>
                </a:path>
              </a:pathLst>
            </a:custGeom>
            <a:solidFill>
              <a:srgbClr val="1C4E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82049" y="5372099"/>
              <a:ext cx="185737" cy="23025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44149" y="5372099"/>
              <a:ext cx="228599" cy="22859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331717" y="5646864"/>
            <a:ext cx="67627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이해력</a:t>
            </a:r>
            <a:r>
              <a:rPr sz="1150" spc="-80" dirty="0">
                <a:latin typeface="Dotum"/>
                <a:cs typeface="Dotum"/>
              </a:rPr>
              <a:t> </a:t>
            </a:r>
            <a:r>
              <a:rPr sz="1150" spc="-165" dirty="0">
                <a:latin typeface="Dotum"/>
                <a:cs typeface="Dotum"/>
              </a:rPr>
              <a:t>향상</a:t>
            </a:r>
            <a:endParaRPr sz="1150">
              <a:latin typeface="Dotum"/>
              <a:cs typeface="Dotum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68827" y="5646864"/>
            <a:ext cx="67627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소속감</a:t>
            </a:r>
            <a:r>
              <a:rPr sz="1150" spc="-80" dirty="0">
                <a:latin typeface="Dotum"/>
                <a:cs typeface="Dotum"/>
              </a:rPr>
              <a:t> </a:t>
            </a:r>
            <a:r>
              <a:rPr sz="1150" spc="-165" dirty="0">
                <a:latin typeface="Dotum"/>
                <a:cs typeface="Dotum"/>
              </a:rPr>
              <a:t>증진</a:t>
            </a:r>
            <a:endParaRPr sz="1150">
              <a:latin typeface="Dotum"/>
              <a:cs typeface="Dotum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05936" y="5646864"/>
            <a:ext cx="5537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실력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65" dirty="0">
                <a:latin typeface="Dotum"/>
                <a:cs typeface="Dotum"/>
              </a:rPr>
              <a:t>향상</a:t>
            </a:r>
            <a:endParaRPr sz="1150">
              <a:latin typeface="Dotum"/>
              <a:cs typeface="Dotum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120410" y="5646864"/>
            <a:ext cx="67627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학습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75" dirty="0">
                <a:latin typeface="Dotum"/>
                <a:cs typeface="Dotum"/>
              </a:rPr>
              <a:t>즐거움</a:t>
            </a:r>
            <a:endParaRPr sz="1150">
              <a:latin typeface="Dotum"/>
              <a:cs typeface="Dotum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65237" y="1704975"/>
            <a:ext cx="717550" cy="571500"/>
          </a:xfrm>
          <a:custGeom>
            <a:avLst/>
            <a:gdLst/>
            <a:ahLst/>
            <a:cxnLst/>
            <a:rect l="l" t="t" r="r" b="b"/>
            <a:pathLst>
              <a:path w="717550" h="571500">
                <a:moveTo>
                  <a:pt x="19422" y="392906"/>
                </a:moveTo>
                <a:lnTo>
                  <a:pt x="11720" y="392906"/>
                </a:lnTo>
                <a:lnTo>
                  <a:pt x="6299" y="388818"/>
                </a:lnTo>
                <a:lnTo>
                  <a:pt x="4893" y="387717"/>
                </a:lnTo>
                <a:lnTo>
                  <a:pt x="0" y="373260"/>
                </a:lnTo>
                <a:lnTo>
                  <a:pt x="2678" y="365224"/>
                </a:lnTo>
                <a:lnTo>
                  <a:pt x="9711" y="359978"/>
                </a:lnTo>
                <a:lnTo>
                  <a:pt x="11385" y="358638"/>
                </a:lnTo>
                <a:lnTo>
                  <a:pt x="38676" y="326659"/>
                </a:lnTo>
                <a:lnTo>
                  <a:pt x="45764" y="311869"/>
                </a:lnTo>
                <a:lnTo>
                  <a:pt x="27132" y="286191"/>
                </a:lnTo>
                <a:lnTo>
                  <a:pt x="13241" y="258137"/>
                </a:lnTo>
                <a:lnTo>
                  <a:pt x="4560" y="228095"/>
                </a:lnTo>
                <a:lnTo>
                  <a:pt x="1658" y="197465"/>
                </a:lnTo>
                <a:lnTo>
                  <a:pt x="1576" y="196354"/>
                </a:lnTo>
                <a:lnTo>
                  <a:pt x="7693" y="151408"/>
                </a:lnTo>
                <a:lnTo>
                  <a:pt x="25156" y="110059"/>
                </a:lnTo>
                <a:lnTo>
                  <a:pt x="52559" y="73582"/>
                </a:lnTo>
                <a:lnTo>
                  <a:pt x="88511" y="43159"/>
                </a:lnTo>
                <a:lnTo>
                  <a:pt x="131619" y="19968"/>
                </a:lnTo>
                <a:lnTo>
                  <a:pt x="180490" y="5188"/>
                </a:lnTo>
                <a:lnTo>
                  <a:pt x="233734" y="0"/>
                </a:lnTo>
                <a:lnTo>
                  <a:pt x="286978" y="5188"/>
                </a:lnTo>
                <a:lnTo>
                  <a:pt x="335849" y="19968"/>
                </a:lnTo>
                <a:lnTo>
                  <a:pt x="378957" y="43159"/>
                </a:lnTo>
                <a:lnTo>
                  <a:pt x="414909" y="73582"/>
                </a:lnTo>
                <a:lnTo>
                  <a:pt x="442313" y="110059"/>
                </a:lnTo>
                <a:lnTo>
                  <a:pt x="459776" y="151408"/>
                </a:lnTo>
                <a:lnTo>
                  <a:pt x="465893" y="196354"/>
                </a:lnTo>
                <a:lnTo>
                  <a:pt x="465768" y="197465"/>
                </a:lnTo>
                <a:lnTo>
                  <a:pt x="459776" y="241497"/>
                </a:lnTo>
                <a:lnTo>
                  <a:pt x="442313" y="282847"/>
                </a:lnTo>
                <a:lnTo>
                  <a:pt x="414909" y="319323"/>
                </a:lnTo>
                <a:lnTo>
                  <a:pt x="378957" y="349746"/>
                </a:lnTo>
                <a:lnTo>
                  <a:pt x="348321" y="366228"/>
                </a:lnTo>
                <a:lnTo>
                  <a:pt x="116978" y="366228"/>
                </a:lnTo>
                <a:lnTo>
                  <a:pt x="110478" y="369551"/>
                </a:lnTo>
                <a:lnTo>
                  <a:pt x="72712" y="384382"/>
                </a:lnTo>
                <a:lnTo>
                  <a:pt x="37645" y="391809"/>
                </a:lnTo>
                <a:lnTo>
                  <a:pt x="19422" y="392906"/>
                </a:lnTo>
                <a:close/>
              </a:path>
              <a:path w="717550" h="571500">
                <a:moveTo>
                  <a:pt x="483765" y="571500"/>
                </a:moveTo>
                <a:lnTo>
                  <a:pt x="430709" y="566477"/>
                </a:lnTo>
                <a:lnTo>
                  <a:pt x="431596" y="566477"/>
                </a:lnTo>
                <a:lnTo>
                  <a:pt x="384344" y="552623"/>
                </a:lnTo>
                <a:lnTo>
                  <a:pt x="342020" y="530646"/>
                </a:lnTo>
                <a:lnTo>
                  <a:pt x="306329" y="501749"/>
                </a:lnTo>
                <a:lnTo>
                  <a:pt x="278550" y="467010"/>
                </a:lnTo>
                <a:lnTo>
                  <a:pt x="259965" y="427508"/>
                </a:lnTo>
                <a:lnTo>
                  <a:pt x="307973" y="419485"/>
                </a:lnTo>
                <a:lnTo>
                  <a:pt x="353008" y="404277"/>
                </a:lnTo>
                <a:lnTo>
                  <a:pt x="394015" y="382498"/>
                </a:lnTo>
                <a:lnTo>
                  <a:pt x="429936" y="354759"/>
                </a:lnTo>
                <a:lnTo>
                  <a:pt x="459714" y="321673"/>
                </a:lnTo>
                <a:lnTo>
                  <a:pt x="482293" y="283852"/>
                </a:lnTo>
                <a:lnTo>
                  <a:pt x="496616" y="241908"/>
                </a:lnTo>
                <a:lnTo>
                  <a:pt x="501513" y="197465"/>
                </a:lnTo>
                <a:lnTo>
                  <a:pt x="501513" y="190537"/>
                </a:lnTo>
                <a:lnTo>
                  <a:pt x="501368" y="186775"/>
                </a:lnTo>
                <a:lnTo>
                  <a:pt x="501290" y="184732"/>
                </a:lnTo>
                <a:lnTo>
                  <a:pt x="500843" y="179040"/>
                </a:lnTo>
                <a:lnTo>
                  <a:pt x="550604" y="186775"/>
                </a:lnTo>
                <a:lnTo>
                  <a:pt x="596036" y="202978"/>
                </a:lnTo>
                <a:lnTo>
                  <a:pt x="635927" y="226619"/>
                </a:lnTo>
                <a:lnTo>
                  <a:pt x="669064" y="256666"/>
                </a:lnTo>
                <a:lnTo>
                  <a:pt x="694234" y="292088"/>
                </a:lnTo>
                <a:lnTo>
                  <a:pt x="710226" y="331855"/>
                </a:lnTo>
                <a:lnTo>
                  <a:pt x="715548" y="372800"/>
                </a:lnTo>
                <a:lnTo>
                  <a:pt x="715608" y="373260"/>
                </a:lnTo>
                <a:lnTo>
                  <a:pt x="704147" y="436703"/>
                </a:lnTo>
                <a:lnTo>
                  <a:pt x="671624" y="490351"/>
                </a:lnTo>
                <a:lnTo>
                  <a:pt x="674885" y="497939"/>
                </a:lnTo>
                <a:lnTo>
                  <a:pt x="698301" y="530200"/>
                </a:lnTo>
                <a:lnTo>
                  <a:pt x="702319" y="533883"/>
                </a:lnTo>
                <a:lnTo>
                  <a:pt x="704329" y="535781"/>
                </a:lnTo>
                <a:lnTo>
                  <a:pt x="707677" y="538460"/>
                </a:lnTo>
                <a:lnTo>
                  <a:pt x="708124" y="538683"/>
                </a:lnTo>
                <a:lnTo>
                  <a:pt x="708570" y="539129"/>
                </a:lnTo>
                <a:lnTo>
                  <a:pt x="714821" y="543706"/>
                </a:lnTo>
                <a:lnTo>
                  <a:pt x="715178" y="544822"/>
                </a:lnTo>
                <a:lnTo>
                  <a:pt x="600633" y="544822"/>
                </a:lnTo>
                <a:lnTo>
                  <a:pt x="573864" y="556148"/>
                </a:lnTo>
                <a:lnTo>
                  <a:pt x="545296" y="564523"/>
                </a:lnTo>
                <a:lnTo>
                  <a:pt x="515180" y="569717"/>
                </a:lnTo>
                <a:lnTo>
                  <a:pt x="483765" y="571500"/>
                </a:lnTo>
                <a:close/>
              </a:path>
              <a:path w="717550" h="571500">
                <a:moveTo>
                  <a:pt x="233734" y="392906"/>
                </a:moveTo>
                <a:lnTo>
                  <a:pt x="202321" y="391123"/>
                </a:lnTo>
                <a:lnTo>
                  <a:pt x="172217" y="385929"/>
                </a:lnTo>
                <a:lnTo>
                  <a:pt x="143682" y="377554"/>
                </a:lnTo>
                <a:lnTo>
                  <a:pt x="116978" y="366228"/>
                </a:lnTo>
                <a:lnTo>
                  <a:pt x="348321" y="366228"/>
                </a:lnTo>
                <a:lnTo>
                  <a:pt x="335849" y="372938"/>
                </a:lnTo>
                <a:lnTo>
                  <a:pt x="286978" y="387717"/>
                </a:lnTo>
                <a:lnTo>
                  <a:pt x="233734" y="392906"/>
                </a:lnTo>
                <a:close/>
              </a:path>
              <a:path w="717550" h="571500">
                <a:moveTo>
                  <a:pt x="705780" y="571500"/>
                </a:moveTo>
                <a:lnTo>
                  <a:pt x="698078" y="571500"/>
                </a:lnTo>
                <a:lnTo>
                  <a:pt x="679854" y="570402"/>
                </a:lnTo>
                <a:lnTo>
                  <a:pt x="628761" y="557547"/>
                </a:lnTo>
                <a:lnTo>
                  <a:pt x="600633" y="544822"/>
                </a:lnTo>
                <a:lnTo>
                  <a:pt x="715178" y="544822"/>
                </a:lnTo>
                <a:lnTo>
                  <a:pt x="717277" y="551394"/>
                </a:lnTo>
                <a:lnTo>
                  <a:pt x="717388" y="551743"/>
                </a:lnTo>
                <a:lnTo>
                  <a:pt x="712700" y="566477"/>
                </a:lnTo>
                <a:lnTo>
                  <a:pt x="705780" y="571500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542925"/>
          </a:xfrm>
          <a:custGeom>
            <a:avLst/>
            <a:gdLst/>
            <a:ahLst/>
            <a:cxnLst/>
            <a:rect l="l" t="t" r="r" b="b"/>
            <a:pathLst>
              <a:path w="76200" h="542925">
                <a:moveTo>
                  <a:pt x="76199" y="542924"/>
                </a:moveTo>
                <a:lnTo>
                  <a:pt x="0" y="542924"/>
                </a:lnTo>
                <a:lnTo>
                  <a:pt x="0" y="0"/>
                </a:lnTo>
                <a:lnTo>
                  <a:pt x="76199" y="0"/>
                </a:lnTo>
                <a:lnTo>
                  <a:pt x="76199" y="542924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spc="-190" dirty="0">
                <a:latin typeface="Trebuchet MS"/>
                <a:cs typeface="Trebuchet MS"/>
              </a:rPr>
              <a:t>3-</a:t>
            </a:r>
            <a:r>
              <a:rPr sz="3150" spc="-235" dirty="0">
                <a:latin typeface="Trebuchet MS"/>
                <a:cs typeface="Trebuchet MS"/>
              </a:rPr>
              <a:t>4.</a:t>
            </a:r>
            <a:r>
              <a:rPr sz="3150" spc="-220" dirty="0">
                <a:latin typeface="Trebuchet MS"/>
                <a:cs typeface="Trebuchet MS"/>
              </a:rPr>
              <a:t> </a:t>
            </a:r>
            <a:r>
              <a:rPr spc="-635" dirty="0"/>
              <a:t>사회적</a:t>
            </a:r>
            <a:r>
              <a:rPr spc="-395" dirty="0"/>
              <a:t> </a:t>
            </a:r>
            <a:r>
              <a:rPr spc="-655" dirty="0"/>
              <a:t>기술</a:t>
            </a:r>
            <a:endParaRPr sz="31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619374"/>
            <a:ext cx="190499" cy="190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06499" y="2543909"/>
            <a:ext cx="3096260" cy="883919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700" b="1" spc="-325" dirty="0">
                <a:solidFill>
                  <a:srgbClr val="374050"/>
                </a:solidFill>
                <a:latin typeface="Malgun Gothic"/>
                <a:cs typeface="Malgun Gothic"/>
              </a:rPr>
              <a:t>사회적</a:t>
            </a:r>
            <a:r>
              <a:rPr sz="1700" b="1" spc="-175" dirty="0">
                <a:solidFill>
                  <a:srgbClr val="374050"/>
                </a:solidFill>
                <a:latin typeface="Malgun Gothic"/>
                <a:cs typeface="Malgun Gothic"/>
              </a:rPr>
              <a:t> </a:t>
            </a:r>
            <a:r>
              <a:rPr sz="1700" b="1" spc="-295" dirty="0">
                <a:solidFill>
                  <a:srgbClr val="374050"/>
                </a:solidFill>
                <a:latin typeface="Malgun Gothic"/>
                <a:cs typeface="Malgun Gothic"/>
              </a:rPr>
              <a:t>기술이란</a:t>
            </a:r>
            <a:r>
              <a:rPr sz="1700" b="1" spc="-295" dirty="0">
                <a:solidFill>
                  <a:srgbClr val="374050"/>
                </a:solidFill>
                <a:latin typeface="Avenir LT Std 55 Roman"/>
                <a:cs typeface="Avenir LT Std 55 Roman"/>
              </a:rPr>
              <a:t>?</a:t>
            </a:r>
            <a:endParaRPr sz="1700">
              <a:latin typeface="Avenir LT Std 55 Roman"/>
              <a:cs typeface="Avenir LT Std 55 Roman"/>
            </a:endParaRPr>
          </a:p>
          <a:p>
            <a:pPr marL="12700" marR="5080">
              <a:lnSpc>
                <a:spcPct val="110300"/>
              </a:lnSpc>
            </a:pP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효과적인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협력을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위해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필요한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80" dirty="0">
                <a:solidFill>
                  <a:srgbClr val="374050"/>
                </a:solidFill>
                <a:latin typeface="Dotum"/>
                <a:cs typeface="Dotum"/>
              </a:rPr>
              <a:t>의사소통</a:t>
            </a:r>
            <a:r>
              <a:rPr sz="1700" spc="-28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500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갈등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40" dirty="0">
                <a:solidFill>
                  <a:srgbClr val="374050"/>
                </a:solidFill>
                <a:latin typeface="Dotum"/>
                <a:cs typeface="Dotum"/>
              </a:rPr>
              <a:t>해결</a:t>
            </a:r>
            <a:r>
              <a:rPr sz="1700" spc="-24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25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리더십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등의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기술</a:t>
            </a:r>
            <a:endParaRPr sz="1700">
              <a:latin typeface="Dotum"/>
              <a:cs typeface="Dotum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667125"/>
            <a:ext cx="190499" cy="190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06499" y="3592702"/>
            <a:ext cx="304292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00"/>
              </a:spcBef>
            </a:pP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스포츠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활동은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사회적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기술을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45" dirty="0">
                <a:solidFill>
                  <a:srgbClr val="374050"/>
                </a:solidFill>
                <a:latin typeface="Dotum"/>
                <a:cs typeface="Dotum"/>
              </a:rPr>
              <a:t>자연스럽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게</a:t>
            </a:r>
            <a:r>
              <a:rPr sz="1700" spc="-15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습득할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있는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최적의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환경</a:t>
            </a:r>
            <a:r>
              <a:rPr sz="1700" spc="-15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제공</a:t>
            </a:r>
            <a:endParaRPr sz="1700">
              <a:latin typeface="Dotum"/>
              <a:cs typeface="Dotum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95824" y="857249"/>
            <a:ext cx="6734175" cy="1476375"/>
            <a:chOff x="4695824" y="857249"/>
            <a:chExt cx="6734175" cy="1476375"/>
          </a:xfrm>
        </p:grpSpPr>
        <p:sp>
          <p:nvSpPr>
            <p:cNvPr id="9" name="object 9"/>
            <p:cNvSpPr/>
            <p:nvPr/>
          </p:nvSpPr>
          <p:spPr>
            <a:xfrm>
              <a:off x="4705349" y="866774"/>
              <a:ext cx="6715125" cy="1457325"/>
            </a:xfrm>
            <a:custGeom>
              <a:avLst/>
              <a:gdLst/>
              <a:ahLst/>
              <a:cxnLst/>
              <a:rect l="l" t="t" r="r" b="b"/>
              <a:pathLst>
                <a:path w="6715125" h="1457325">
                  <a:moveTo>
                    <a:pt x="6652827" y="1457324"/>
                  </a:moveTo>
                  <a:lnTo>
                    <a:pt x="62296" y="1457324"/>
                  </a:lnTo>
                  <a:lnTo>
                    <a:pt x="57960" y="1456897"/>
                  </a:lnTo>
                  <a:lnTo>
                    <a:pt x="22623" y="1440891"/>
                  </a:lnTo>
                  <a:lnTo>
                    <a:pt x="2134" y="1407951"/>
                  </a:lnTo>
                  <a:lnTo>
                    <a:pt x="0" y="1395027"/>
                  </a:lnTo>
                  <a:lnTo>
                    <a:pt x="0" y="1390649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4"/>
                  </a:lnTo>
                  <a:lnTo>
                    <a:pt x="6715123" y="62296"/>
                  </a:lnTo>
                  <a:lnTo>
                    <a:pt x="6715123" y="1395027"/>
                  </a:lnTo>
                  <a:lnTo>
                    <a:pt x="6701453" y="1431332"/>
                  </a:lnTo>
                  <a:lnTo>
                    <a:pt x="6669917" y="1453924"/>
                  </a:lnTo>
                  <a:lnTo>
                    <a:pt x="6657161" y="1456897"/>
                  </a:lnTo>
                  <a:lnTo>
                    <a:pt x="6652827" y="145732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05349" y="866774"/>
              <a:ext cx="6715125" cy="1457325"/>
            </a:xfrm>
            <a:custGeom>
              <a:avLst/>
              <a:gdLst/>
              <a:ahLst/>
              <a:cxnLst/>
              <a:rect l="l" t="t" r="r" b="b"/>
              <a:pathLst>
                <a:path w="6715125" h="1457325">
                  <a:moveTo>
                    <a:pt x="0" y="139064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399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2"/>
                  </a:lnTo>
                  <a:lnTo>
                    <a:pt x="6706319" y="33272"/>
                  </a:lnTo>
                  <a:lnTo>
                    <a:pt x="6715124" y="66674"/>
                  </a:lnTo>
                  <a:lnTo>
                    <a:pt x="6715124" y="1390649"/>
                  </a:lnTo>
                  <a:lnTo>
                    <a:pt x="6703885" y="1427692"/>
                  </a:lnTo>
                  <a:lnTo>
                    <a:pt x="6701453" y="1431332"/>
                  </a:lnTo>
                  <a:lnTo>
                    <a:pt x="6669917" y="1453924"/>
                  </a:lnTo>
                  <a:lnTo>
                    <a:pt x="6661455" y="1456043"/>
                  </a:lnTo>
                  <a:lnTo>
                    <a:pt x="6657161" y="1456897"/>
                  </a:lnTo>
                  <a:lnTo>
                    <a:pt x="6652827" y="1457324"/>
                  </a:lnTo>
                  <a:lnTo>
                    <a:pt x="6648449" y="1457324"/>
                  </a:lnTo>
                  <a:lnTo>
                    <a:pt x="66674" y="1457324"/>
                  </a:lnTo>
                  <a:lnTo>
                    <a:pt x="62296" y="1457324"/>
                  </a:lnTo>
                  <a:lnTo>
                    <a:pt x="57960" y="1456897"/>
                  </a:lnTo>
                  <a:lnTo>
                    <a:pt x="53667" y="1456043"/>
                  </a:lnTo>
                  <a:lnTo>
                    <a:pt x="49372" y="1455189"/>
                  </a:lnTo>
                  <a:lnTo>
                    <a:pt x="29631" y="1446087"/>
                  </a:lnTo>
                  <a:lnTo>
                    <a:pt x="25991" y="1443655"/>
                  </a:lnTo>
                  <a:lnTo>
                    <a:pt x="22623" y="1440891"/>
                  </a:lnTo>
                  <a:lnTo>
                    <a:pt x="19528" y="1437796"/>
                  </a:lnTo>
                  <a:lnTo>
                    <a:pt x="16432" y="1434700"/>
                  </a:lnTo>
                  <a:lnTo>
                    <a:pt x="13668" y="1431332"/>
                  </a:lnTo>
                  <a:lnTo>
                    <a:pt x="11236" y="1427692"/>
                  </a:lnTo>
                  <a:lnTo>
                    <a:pt x="8803" y="1424052"/>
                  </a:lnTo>
                  <a:lnTo>
                    <a:pt x="6749" y="1420209"/>
                  </a:lnTo>
                  <a:lnTo>
                    <a:pt x="5074" y="1416165"/>
                  </a:lnTo>
                  <a:lnTo>
                    <a:pt x="3399" y="1412120"/>
                  </a:lnTo>
                  <a:lnTo>
                    <a:pt x="2134" y="1407951"/>
                  </a:lnTo>
                  <a:lnTo>
                    <a:pt x="1280" y="1403657"/>
                  </a:lnTo>
                  <a:lnTo>
                    <a:pt x="427" y="1399363"/>
                  </a:lnTo>
                  <a:lnTo>
                    <a:pt x="0" y="1395027"/>
                  </a:lnTo>
                  <a:lnTo>
                    <a:pt x="0" y="139064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6805" y="1076324"/>
              <a:ext cx="215216" cy="17144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695824" y="2486024"/>
            <a:ext cx="6734175" cy="1476375"/>
            <a:chOff x="4695824" y="2486024"/>
            <a:chExt cx="6734175" cy="1476375"/>
          </a:xfrm>
        </p:grpSpPr>
        <p:sp>
          <p:nvSpPr>
            <p:cNvPr id="13" name="object 13"/>
            <p:cNvSpPr/>
            <p:nvPr/>
          </p:nvSpPr>
          <p:spPr>
            <a:xfrm>
              <a:off x="4705349" y="2495549"/>
              <a:ext cx="6715125" cy="1457325"/>
            </a:xfrm>
            <a:custGeom>
              <a:avLst/>
              <a:gdLst/>
              <a:ahLst/>
              <a:cxnLst/>
              <a:rect l="l" t="t" r="r" b="b"/>
              <a:pathLst>
                <a:path w="6715125" h="1457325">
                  <a:moveTo>
                    <a:pt x="6652827" y="1457324"/>
                  </a:moveTo>
                  <a:lnTo>
                    <a:pt x="62296" y="1457324"/>
                  </a:lnTo>
                  <a:lnTo>
                    <a:pt x="57960" y="1456897"/>
                  </a:lnTo>
                  <a:lnTo>
                    <a:pt x="22623" y="1440891"/>
                  </a:lnTo>
                  <a:lnTo>
                    <a:pt x="2134" y="1407951"/>
                  </a:lnTo>
                  <a:lnTo>
                    <a:pt x="0" y="1395027"/>
                  </a:lnTo>
                  <a:lnTo>
                    <a:pt x="0" y="1390649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7"/>
                  </a:lnTo>
                  <a:lnTo>
                    <a:pt x="6715123" y="1395027"/>
                  </a:lnTo>
                  <a:lnTo>
                    <a:pt x="6701453" y="1431332"/>
                  </a:lnTo>
                  <a:lnTo>
                    <a:pt x="6669917" y="1453924"/>
                  </a:lnTo>
                  <a:lnTo>
                    <a:pt x="6657161" y="1456897"/>
                  </a:lnTo>
                  <a:lnTo>
                    <a:pt x="6652827" y="145732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5349" y="2495549"/>
              <a:ext cx="6715125" cy="1457325"/>
            </a:xfrm>
            <a:custGeom>
              <a:avLst/>
              <a:gdLst/>
              <a:ahLst/>
              <a:cxnLst/>
              <a:rect l="l" t="t" r="r" b="b"/>
              <a:pathLst>
                <a:path w="6715125" h="1457325">
                  <a:moveTo>
                    <a:pt x="0" y="1390649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1"/>
                  </a:lnTo>
                  <a:lnTo>
                    <a:pt x="6706319" y="33272"/>
                  </a:lnTo>
                  <a:lnTo>
                    <a:pt x="6708372" y="37114"/>
                  </a:lnTo>
                  <a:lnTo>
                    <a:pt x="6710048" y="41159"/>
                  </a:lnTo>
                  <a:lnTo>
                    <a:pt x="6711723" y="45203"/>
                  </a:lnTo>
                  <a:lnTo>
                    <a:pt x="6715124" y="66674"/>
                  </a:lnTo>
                  <a:lnTo>
                    <a:pt x="6715124" y="1390649"/>
                  </a:lnTo>
                  <a:lnTo>
                    <a:pt x="6710048" y="1416164"/>
                  </a:lnTo>
                  <a:lnTo>
                    <a:pt x="6708372" y="1420209"/>
                  </a:lnTo>
                  <a:lnTo>
                    <a:pt x="6706319" y="1424052"/>
                  </a:lnTo>
                  <a:lnTo>
                    <a:pt x="6703885" y="1427692"/>
                  </a:lnTo>
                  <a:lnTo>
                    <a:pt x="6701453" y="1431332"/>
                  </a:lnTo>
                  <a:lnTo>
                    <a:pt x="6685490" y="1446087"/>
                  </a:lnTo>
                  <a:lnTo>
                    <a:pt x="6681849" y="1448519"/>
                  </a:lnTo>
                  <a:lnTo>
                    <a:pt x="6678008" y="1450573"/>
                  </a:lnTo>
                  <a:lnTo>
                    <a:pt x="6673963" y="1452249"/>
                  </a:lnTo>
                  <a:lnTo>
                    <a:pt x="6669917" y="1453924"/>
                  </a:lnTo>
                  <a:lnTo>
                    <a:pt x="6665749" y="1455189"/>
                  </a:lnTo>
                  <a:lnTo>
                    <a:pt x="6661455" y="1456043"/>
                  </a:lnTo>
                  <a:lnTo>
                    <a:pt x="6657161" y="1456897"/>
                  </a:lnTo>
                  <a:lnTo>
                    <a:pt x="6652827" y="1457324"/>
                  </a:lnTo>
                  <a:lnTo>
                    <a:pt x="6648449" y="1457324"/>
                  </a:lnTo>
                  <a:lnTo>
                    <a:pt x="66674" y="1457324"/>
                  </a:lnTo>
                  <a:lnTo>
                    <a:pt x="62296" y="1457324"/>
                  </a:lnTo>
                  <a:lnTo>
                    <a:pt x="57960" y="1456897"/>
                  </a:lnTo>
                  <a:lnTo>
                    <a:pt x="53667" y="1456043"/>
                  </a:lnTo>
                  <a:lnTo>
                    <a:pt x="49372" y="1455189"/>
                  </a:lnTo>
                  <a:lnTo>
                    <a:pt x="45203" y="1453924"/>
                  </a:lnTo>
                  <a:lnTo>
                    <a:pt x="41158" y="1452249"/>
                  </a:lnTo>
                  <a:lnTo>
                    <a:pt x="37114" y="1450573"/>
                  </a:lnTo>
                  <a:lnTo>
                    <a:pt x="19528" y="1437796"/>
                  </a:lnTo>
                  <a:lnTo>
                    <a:pt x="16432" y="1434700"/>
                  </a:lnTo>
                  <a:lnTo>
                    <a:pt x="13668" y="1431332"/>
                  </a:lnTo>
                  <a:lnTo>
                    <a:pt x="11236" y="1427692"/>
                  </a:lnTo>
                  <a:lnTo>
                    <a:pt x="8803" y="1424052"/>
                  </a:lnTo>
                  <a:lnTo>
                    <a:pt x="6749" y="1420209"/>
                  </a:lnTo>
                  <a:lnTo>
                    <a:pt x="5074" y="1416164"/>
                  </a:lnTo>
                  <a:lnTo>
                    <a:pt x="3399" y="1412120"/>
                  </a:lnTo>
                  <a:lnTo>
                    <a:pt x="2134" y="1407951"/>
                  </a:lnTo>
                  <a:lnTo>
                    <a:pt x="1280" y="1403657"/>
                  </a:lnTo>
                  <a:lnTo>
                    <a:pt x="427" y="1399363"/>
                  </a:lnTo>
                  <a:lnTo>
                    <a:pt x="0" y="1395027"/>
                  </a:lnTo>
                  <a:lnTo>
                    <a:pt x="0" y="139064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6705" y="2705099"/>
              <a:ext cx="215082" cy="17144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148212" y="1022286"/>
            <a:ext cx="101981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의사소통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기술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67274" y="1400174"/>
            <a:ext cx="304800" cy="685800"/>
            <a:chOff x="4867274" y="1400174"/>
            <a:chExt cx="304800" cy="685800"/>
          </a:xfrm>
        </p:grpSpPr>
        <p:sp>
          <p:nvSpPr>
            <p:cNvPr id="18" name="object 18"/>
            <p:cNvSpPr/>
            <p:nvPr/>
          </p:nvSpPr>
          <p:spPr>
            <a:xfrm>
              <a:off x="4867274" y="14001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4" y="203733"/>
                  </a:lnTo>
                  <a:lnTo>
                    <a:pt x="274803" y="243192"/>
                  </a:lnTo>
                  <a:lnTo>
                    <a:pt x="243191" y="274803"/>
                  </a:lnTo>
                  <a:lnTo>
                    <a:pt x="203733" y="295895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43474" y="1475601"/>
              <a:ext cx="152399" cy="15317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67274" y="17811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4" y="203733"/>
                  </a:lnTo>
                  <a:lnTo>
                    <a:pt x="274803" y="243192"/>
                  </a:lnTo>
                  <a:lnTo>
                    <a:pt x="243191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43474" y="1865620"/>
              <a:ext cx="152399" cy="13462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276800" y="1396238"/>
            <a:ext cx="3874135" cy="613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작전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설명</a:t>
            </a:r>
            <a:r>
              <a:rPr sz="1350" spc="-195" dirty="0">
                <a:latin typeface="Comic Sans MS"/>
                <a:cs typeface="Comic Sans MS"/>
              </a:rPr>
              <a:t>:</a:t>
            </a:r>
            <a:r>
              <a:rPr sz="1350" spc="-60" dirty="0">
                <a:latin typeface="Comic Sans MS"/>
                <a:cs typeface="Comic Sans MS"/>
              </a:rPr>
              <a:t> </a:t>
            </a:r>
            <a:r>
              <a:rPr sz="1350" spc="-260" dirty="0">
                <a:latin typeface="Dotum"/>
                <a:cs typeface="Dotum"/>
              </a:rPr>
              <a:t>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전략을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명확히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설명하고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동료들의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이해를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확인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350" spc="-195" dirty="0">
                <a:latin typeface="Dotum"/>
                <a:cs typeface="Dotum"/>
              </a:rPr>
              <a:t>격려</a:t>
            </a:r>
            <a:r>
              <a:rPr sz="1350" spc="-195" dirty="0">
                <a:latin typeface="Comic Sans MS"/>
                <a:cs typeface="Comic Sans MS"/>
              </a:rPr>
              <a:t>:</a:t>
            </a:r>
            <a:r>
              <a:rPr sz="1350" spc="-55" dirty="0">
                <a:latin typeface="Comic Sans MS"/>
                <a:cs typeface="Comic Sans MS"/>
              </a:rPr>
              <a:t> </a:t>
            </a:r>
            <a:r>
              <a:rPr sz="1300" spc="-114" dirty="0">
                <a:latin typeface="Microsoft Sans Serif"/>
                <a:cs typeface="Microsoft Sans Serif"/>
              </a:rPr>
              <a:t>"</a:t>
            </a:r>
            <a:r>
              <a:rPr sz="1350" spc="-114" dirty="0">
                <a:latin typeface="Dotum"/>
                <a:cs typeface="Dotum"/>
              </a:rPr>
              <a:t>좋아</a:t>
            </a:r>
            <a:r>
              <a:rPr sz="1300" spc="-114" dirty="0">
                <a:latin typeface="Microsoft Sans Serif"/>
                <a:cs typeface="Microsoft Sans Serif"/>
              </a:rPr>
              <a:t>,</a:t>
            </a:r>
            <a:r>
              <a:rPr sz="1300" spc="5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다음엔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성공할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35" dirty="0">
                <a:latin typeface="Dotum"/>
                <a:cs typeface="Dotum"/>
              </a:rPr>
              <a:t>거야</a:t>
            </a:r>
            <a:r>
              <a:rPr sz="1300" spc="-135" dirty="0">
                <a:latin typeface="Microsoft Sans Serif"/>
                <a:cs typeface="Microsoft Sans Serif"/>
              </a:rPr>
              <a:t>!"</a:t>
            </a:r>
            <a:r>
              <a:rPr sz="1350" spc="-135" dirty="0">
                <a:latin typeface="Dotum"/>
                <a:cs typeface="Dotum"/>
              </a:rPr>
              <a:t>와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같은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긍정적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피드백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제공</a:t>
            </a:r>
            <a:endParaRPr sz="1350">
              <a:latin typeface="Dotum"/>
              <a:cs typeface="Dotu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48212" y="2651061"/>
            <a:ext cx="106807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갈등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해결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기술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867274" y="3028949"/>
            <a:ext cx="304800" cy="685800"/>
            <a:chOff x="4867274" y="3028949"/>
            <a:chExt cx="304800" cy="685800"/>
          </a:xfrm>
        </p:grpSpPr>
        <p:sp>
          <p:nvSpPr>
            <p:cNvPr id="25" name="object 25"/>
            <p:cNvSpPr/>
            <p:nvPr/>
          </p:nvSpPr>
          <p:spPr>
            <a:xfrm>
              <a:off x="4867274" y="302894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6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4" y="203733"/>
                  </a:lnTo>
                  <a:lnTo>
                    <a:pt x="274803" y="243191"/>
                  </a:lnTo>
                  <a:lnTo>
                    <a:pt x="243191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48237" y="3114663"/>
              <a:ext cx="142874" cy="13337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867274" y="340994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4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5"/>
                  </a:lnTo>
                  <a:lnTo>
                    <a:pt x="29995" y="61607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1" y="29995"/>
                  </a:lnTo>
                  <a:lnTo>
                    <a:pt x="274803" y="61607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4" y="203733"/>
                  </a:lnTo>
                  <a:lnTo>
                    <a:pt x="274803" y="243191"/>
                  </a:lnTo>
                  <a:lnTo>
                    <a:pt x="243191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43474" y="3498813"/>
              <a:ext cx="152399" cy="13021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276800" y="3025013"/>
            <a:ext cx="3259454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의견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조율</a:t>
            </a:r>
            <a:r>
              <a:rPr sz="1350" spc="-195" dirty="0">
                <a:latin typeface="Comic Sans MS"/>
                <a:cs typeface="Comic Sans MS"/>
              </a:rPr>
              <a:t>:</a:t>
            </a:r>
            <a:r>
              <a:rPr sz="1350" spc="-60" dirty="0">
                <a:latin typeface="Comic Sans MS"/>
                <a:cs typeface="Comic Sans MS"/>
              </a:rPr>
              <a:t> </a:t>
            </a:r>
            <a:r>
              <a:rPr sz="1350" spc="-260" dirty="0">
                <a:latin typeface="Dotum"/>
                <a:cs typeface="Dotum"/>
              </a:rPr>
              <a:t>경기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중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전술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의견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불일치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타협점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찾기</a:t>
            </a:r>
            <a:endParaRPr sz="1350">
              <a:latin typeface="Dotum"/>
              <a:cs typeface="Dotum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276800" y="3406013"/>
            <a:ext cx="377761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감정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조절</a:t>
            </a:r>
            <a:r>
              <a:rPr sz="1350" spc="-195" dirty="0">
                <a:latin typeface="Comic Sans MS"/>
                <a:cs typeface="Comic Sans MS"/>
              </a:rPr>
              <a:t>:</a:t>
            </a:r>
            <a:r>
              <a:rPr sz="1350" spc="-60" dirty="0">
                <a:latin typeface="Comic Sans MS"/>
                <a:cs typeface="Comic Sans MS"/>
              </a:rPr>
              <a:t> </a:t>
            </a:r>
            <a:r>
              <a:rPr sz="1350" spc="-260" dirty="0">
                <a:latin typeface="Dotum"/>
                <a:cs typeface="Dotum"/>
              </a:rPr>
              <a:t>경기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중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발생한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불만이나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좌절감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적절히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0" dirty="0">
                <a:latin typeface="Dotum"/>
                <a:cs typeface="Dotum"/>
              </a:rPr>
              <a:t>표현하기</a:t>
            </a:r>
            <a:endParaRPr sz="1350">
              <a:latin typeface="Dotum"/>
              <a:cs typeface="Dotum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695824" y="4114799"/>
            <a:ext cx="3295650" cy="1781175"/>
            <a:chOff x="4695824" y="4114799"/>
            <a:chExt cx="3295650" cy="1781175"/>
          </a:xfrm>
        </p:grpSpPr>
        <p:sp>
          <p:nvSpPr>
            <p:cNvPr id="32" name="object 32"/>
            <p:cNvSpPr/>
            <p:nvPr/>
          </p:nvSpPr>
          <p:spPr>
            <a:xfrm>
              <a:off x="4705349" y="4124324"/>
              <a:ext cx="3276600" cy="1762125"/>
            </a:xfrm>
            <a:custGeom>
              <a:avLst/>
              <a:gdLst/>
              <a:ahLst/>
              <a:cxnLst/>
              <a:rect l="l" t="t" r="r" b="b"/>
              <a:pathLst>
                <a:path w="3276600" h="1762125">
                  <a:moveTo>
                    <a:pt x="3214302" y="1762124"/>
                  </a:moveTo>
                  <a:lnTo>
                    <a:pt x="62296" y="1762124"/>
                  </a:lnTo>
                  <a:lnTo>
                    <a:pt x="57960" y="1761696"/>
                  </a:lnTo>
                  <a:lnTo>
                    <a:pt x="22623" y="1745691"/>
                  </a:lnTo>
                  <a:lnTo>
                    <a:pt x="2134" y="1712751"/>
                  </a:lnTo>
                  <a:lnTo>
                    <a:pt x="0" y="1699828"/>
                  </a:lnTo>
                  <a:lnTo>
                    <a:pt x="0" y="1695449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3214302" y="0"/>
                  </a:lnTo>
                  <a:lnTo>
                    <a:pt x="3250606" y="13668"/>
                  </a:lnTo>
                  <a:lnTo>
                    <a:pt x="3273198" y="45203"/>
                  </a:lnTo>
                  <a:lnTo>
                    <a:pt x="3276599" y="62297"/>
                  </a:lnTo>
                  <a:lnTo>
                    <a:pt x="3276599" y="1699828"/>
                  </a:lnTo>
                  <a:lnTo>
                    <a:pt x="3262929" y="1736131"/>
                  </a:lnTo>
                  <a:lnTo>
                    <a:pt x="3231394" y="1758723"/>
                  </a:lnTo>
                  <a:lnTo>
                    <a:pt x="3218638" y="1761696"/>
                  </a:lnTo>
                  <a:lnTo>
                    <a:pt x="3214302" y="176212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05349" y="4124324"/>
              <a:ext cx="3276600" cy="1762125"/>
            </a:xfrm>
            <a:custGeom>
              <a:avLst/>
              <a:gdLst/>
              <a:ahLst/>
              <a:cxnLst/>
              <a:rect l="l" t="t" r="r" b="b"/>
              <a:pathLst>
                <a:path w="3276600" h="1762125">
                  <a:moveTo>
                    <a:pt x="0" y="1695449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3209924" y="0"/>
                  </a:lnTo>
                  <a:lnTo>
                    <a:pt x="3214302" y="0"/>
                  </a:lnTo>
                  <a:lnTo>
                    <a:pt x="3218638" y="427"/>
                  </a:lnTo>
                  <a:lnTo>
                    <a:pt x="3222932" y="1281"/>
                  </a:lnTo>
                  <a:lnTo>
                    <a:pt x="3227225" y="2135"/>
                  </a:lnTo>
                  <a:lnTo>
                    <a:pt x="3246966" y="11236"/>
                  </a:lnTo>
                  <a:lnTo>
                    <a:pt x="3250606" y="13668"/>
                  </a:lnTo>
                  <a:lnTo>
                    <a:pt x="3253974" y="16432"/>
                  </a:lnTo>
                  <a:lnTo>
                    <a:pt x="3257070" y="19528"/>
                  </a:lnTo>
                  <a:lnTo>
                    <a:pt x="3260165" y="22623"/>
                  </a:lnTo>
                  <a:lnTo>
                    <a:pt x="3262929" y="25992"/>
                  </a:lnTo>
                  <a:lnTo>
                    <a:pt x="3265361" y="29632"/>
                  </a:lnTo>
                  <a:lnTo>
                    <a:pt x="3267793" y="33272"/>
                  </a:lnTo>
                  <a:lnTo>
                    <a:pt x="3276599" y="66674"/>
                  </a:lnTo>
                  <a:lnTo>
                    <a:pt x="3276599" y="1695449"/>
                  </a:lnTo>
                  <a:lnTo>
                    <a:pt x="3265361" y="1732491"/>
                  </a:lnTo>
                  <a:lnTo>
                    <a:pt x="3262929" y="1736131"/>
                  </a:lnTo>
                  <a:lnTo>
                    <a:pt x="3231394" y="1758723"/>
                  </a:lnTo>
                  <a:lnTo>
                    <a:pt x="3209924" y="1762124"/>
                  </a:lnTo>
                  <a:lnTo>
                    <a:pt x="66674" y="1762124"/>
                  </a:lnTo>
                  <a:lnTo>
                    <a:pt x="62296" y="1762124"/>
                  </a:lnTo>
                  <a:lnTo>
                    <a:pt x="57960" y="1761696"/>
                  </a:lnTo>
                  <a:lnTo>
                    <a:pt x="53667" y="1760842"/>
                  </a:lnTo>
                  <a:lnTo>
                    <a:pt x="49372" y="1759988"/>
                  </a:lnTo>
                  <a:lnTo>
                    <a:pt x="19528" y="1742595"/>
                  </a:lnTo>
                  <a:lnTo>
                    <a:pt x="16432" y="1739500"/>
                  </a:lnTo>
                  <a:lnTo>
                    <a:pt x="5074" y="1720964"/>
                  </a:lnTo>
                  <a:lnTo>
                    <a:pt x="3399" y="1716920"/>
                  </a:lnTo>
                  <a:lnTo>
                    <a:pt x="2134" y="1712751"/>
                  </a:lnTo>
                  <a:lnTo>
                    <a:pt x="1280" y="1708457"/>
                  </a:lnTo>
                  <a:lnTo>
                    <a:pt x="427" y="1704163"/>
                  </a:lnTo>
                  <a:lnTo>
                    <a:pt x="0" y="1699828"/>
                  </a:lnTo>
                  <a:lnTo>
                    <a:pt x="0" y="169544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67274" y="4344590"/>
              <a:ext cx="192881" cy="150018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126781" y="4279836"/>
            <a:ext cx="8623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리더십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기술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867274" y="4657724"/>
            <a:ext cx="304800" cy="685800"/>
            <a:chOff x="4867274" y="4657724"/>
            <a:chExt cx="304800" cy="685800"/>
          </a:xfrm>
        </p:grpSpPr>
        <p:sp>
          <p:nvSpPr>
            <p:cNvPr id="37" name="object 37"/>
            <p:cNvSpPr/>
            <p:nvPr/>
          </p:nvSpPr>
          <p:spPr>
            <a:xfrm>
              <a:off x="4867274" y="46577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4"/>
                  </a:lnTo>
                  <a:lnTo>
                    <a:pt x="34591" y="249082"/>
                  </a:lnTo>
                  <a:lnTo>
                    <a:pt x="11600" y="210719"/>
                  </a:lnTo>
                  <a:lnTo>
                    <a:pt x="731" y="167337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5"/>
                  </a:lnTo>
                  <a:lnTo>
                    <a:pt x="29995" y="61606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1" y="29995"/>
                  </a:lnTo>
                  <a:lnTo>
                    <a:pt x="274803" y="61606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6"/>
                  </a:lnTo>
                  <a:lnTo>
                    <a:pt x="295894" y="203732"/>
                  </a:lnTo>
                  <a:lnTo>
                    <a:pt x="274803" y="243191"/>
                  </a:lnTo>
                  <a:lnTo>
                    <a:pt x="243191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24424" y="4733924"/>
              <a:ext cx="190499" cy="15239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867274" y="503872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399" y="304799"/>
                  </a:moveTo>
                  <a:lnTo>
                    <a:pt x="108159" y="298238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1" y="167338"/>
                  </a:lnTo>
                  <a:lnTo>
                    <a:pt x="0" y="152399"/>
                  </a:lnTo>
                  <a:lnTo>
                    <a:pt x="183" y="144912"/>
                  </a:lnTo>
                  <a:lnTo>
                    <a:pt x="8904" y="101065"/>
                  </a:lnTo>
                  <a:lnTo>
                    <a:pt x="29995" y="61606"/>
                  </a:lnTo>
                  <a:lnTo>
                    <a:pt x="61606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399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1" y="29995"/>
                  </a:lnTo>
                  <a:lnTo>
                    <a:pt x="274803" y="61606"/>
                  </a:lnTo>
                  <a:lnTo>
                    <a:pt x="295894" y="101065"/>
                  </a:lnTo>
                  <a:lnTo>
                    <a:pt x="304616" y="144912"/>
                  </a:lnTo>
                  <a:lnTo>
                    <a:pt x="304799" y="152399"/>
                  </a:lnTo>
                  <a:lnTo>
                    <a:pt x="304616" y="159887"/>
                  </a:lnTo>
                  <a:lnTo>
                    <a:pt x="295894" y="203732"/>
                  </a:lnTo>
                  <a:lnTo>
                    <a:pt x="274803" y="243191"/>
                  </a:lnTo>
                  <a:lnTo>
                    <a:pt x="243191" y="274803"/>
                  </a:lnTo>
                  <a:lnTo>
                    <a:pt x="203733" y="295894"/>
                  </a:lnTo>
                  <a:lnTo>
                    <a:pt x="159886" y="304616"/>
                  </a:lnTo>
                  <a:lnTo>
                    <a:pt x="152399" y="3047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24424" y="5114924"/>
              <a:ext cx="190499" cy="15239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5276800" y="4653787"/>
            <a:ext cx="247332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캡틴</a:t>
            </a:r>
            <a:r>
              <a:rPr sz="1350" spc="-195" dirty="0">
                <a:latin typeface="Comic Sans MS"/>
                <a:cs typeface="Comic Sans MS"/>
              </a:rPr>
              <a:t>:</a:t>
            </a:r>
            <a:r>
              <a:rPr sz="1350" spc="-55" dirty="0">
                <a:latin typeface="Comic Sans MS"/>
                <a:cs typeface="Comic Sans MS"/>
              </a:rPr>
              <a:t> </a:t>
            </a:r>
            <a:r>
              <a:rPr sz="1350" spc="-260" dirty="0">
                <a:latin typeface="Dotum"/>
                <a:cs typeface="Dotum"/>
              </a:rPr>
              <a:t>팀원들의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사기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0" dirty="0">
                <a:latin typeface="Dotum"/>
                <a:cs typeface="Dotum"/>
              </a:rPr>
              <a:t>진작</a:t>
            </a:r>
            <a:r>
              <a:rPr sz="1300" spc="-190" dirty="0">
                <a:latin typeface="Microsoft Sans Serif"/>
                <a:cs typeface="Microsoft Sans Serif"/>
              </a:rPr>
              <a:t>,</a:t>
            </a:r>
            <a:r>
              <a:rPr sz="130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방향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제시</a:t>
            </a:r>
            <a:endParaRPr sz="1350">
              <a:latin typeface="Dotum"/>
              <a:cs typeface="Dotum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276800" y="5034787"/>
            <a:ext cx="243078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코치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역할</a:t>
            </a:r>
            <a:r>
              <a:rPr sz="1350" spc="-195" dirty="0">
                <a:latin typeface="Comic Sans MS"/>
                <a:cs typeface="Comic Sans MS"/>
              </a:rPr>
              <a:t>:</a:t>
            </a:r>
            <a:r>
              <a:rPr sz="1350" spc="-60" dirty="0">
                <a:latin typeface="Comic Sans MS"/>
                <a:cs typeface="Comic Sans MS"/>
              </a:rPr>
              <a:t> </a:t>
            </a:r>
            <a:r>
              <a:rPr sz="1350" spc="-260" dirty="0">
                <a:latin typeface="Dotum"/>
                <a:cs typeface="Dotum"/>
              </a:rPr>
              <a:t>동료에게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지도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및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조언</a:t>
            </a:r>
            <a:endParaRPr sz="1350">
              <a:latin typeface="Dotum"/>
              <a:cs typeface="Dotum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143873" y="4114799"/>
            <a:ext cx="3286125" cy="1781174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8547000" y="4279836"/>
            <a:ext cx="70485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경청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기술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18450" y="4631842"/>
            <a:ext cx="240538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spc="-260" dirty="0">
                <a:latin typeface="Dotum"/>
                <a:cs typeface="Dotum"/>
              </a:rPr>
              <a:t>피드백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수용</a:t>
            </a:r>
            <a:r>
              <a:rPr sz="1350" spc="-195" dirty="0">
                <a:latin typeface="Comic Sans MS"/>
                <a:cs typeface="Comic Sans MS"/>
              </a:rPr>
              <a:t>:</a:t>
            </a:r>
            <a:r>
              <a:rPr sz="1350" spc="-50" dirty="0">
                <a:latin typeface="Comic Sans MS"/>
                <a:cs typeface="Comic Sans MS"/>
              </a:rPr>
              <a:t> </a:t>
            </a:r>
            <a:r>
              <a:rPr sz="1350" spc="-204" dirty="0">
                <a:latin typeface="Dotum"/>
                <a:cs typeface="Dotum"/>
              </a:rPr>
              <a:t>코치</a:t>
            </a:r>
            <a:r>
              <a:rPr sz="1300" spc="-204" dirty="0">
                <a:latin typeface="Microsoft Sans Serif"/>
                <a:cs typeface="Microsoft Sans Serif"/>
              </a:rPr>
              <a:t>/</a:t>
            </a:r>
            <a:r>
              <a:rPr sz="1350" spc="-204" dirty="0">
                <a:latin typeface="Dotum"/>
                <a:cs typeface="Dotum"/>
              </a:rPr>
              <a:t>동료의</a:t>
            </a:r>
            <a:r>
              <a:rPr sz="1350" spc="-9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조언을</a:t>
            </a:r>
            <a:r>
              <a:rPr sz="1350" spc="-9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열린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마음으로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듣기</a:t>
            </a:r>
            <a:endParaRPr sz="1350">
              <a:latin typeface="Dotum"/>
              <a:cs typeface="Dotum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18450" y="5165242"/>
            <a:ext cx="252793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spc="-225" dirty="0">
                <a:latin typeface="Dotum"/>
                <a:cs typeface="Dotum"/>
              </a:rPr>
              <a:t>질문하기</a:t>
            </a:r>
            <a:r>
              <a:rPr sz="1350" spc="-225" dirty="0">
                <a:latin typeface="Comic Sans MS"/>
                <a:cs typeface="Comic Sans MS"/>
              </a:rPr>
              <a:t>:</a:t>
            </a:r>
            <a:r>
              <a:rPr sz="1350" spc="-55" dirty="0">
                <a:latin typeface="Comic Sans MS"/>
                <a:cs typeface="Comic Sans MS"/>
              </a:rPr>
              <a:t> </a:t>
            </a:r>
            <a:r>
              <a:rPr sz="1350" spc="-260" dirty="0">
                <a:latin typeface="Dotum"/>
                <a:cs typeface="Dotum"/>
              </a:rPr>
              <a:t>이해되지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않는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부분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명확히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310" dirty="0">
                <a:latin typeface="Dotum"/>
                <a:cs typeface="Dotum"/>
              </a:rPr>
              <a:t>질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spc="-310" dirty="0">
                <a:latin typeface="Dotum"/>
                <a:cs typeface="Dotum"/>
              </a:rPr>
              <a:t>문</a:t>
            </a:r>
            <a:endParaRPr sz="1350">
              <a:latin typeface="Dotum"/>
              <a:cs typeface="Dotum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066800" y="1700212"/>
            <a:ext cx="714375" cy="428625"/>
          </a:xfrm>
          <a:custGeom>
            <a:avLst/>
            <a:gdLst/>
            <a:ahLst/>
            <a:cxnLst/>
            <a:rect l="l" t="t" r="r" b="b"/>
            <a:pathLst>
              <a:path w="714375" h="428625">
                <a:moveTo>
                  <a:pt x="314924" y="428527"/>
                </a:moveTo>
                <a:lnTo>
                  <a:pt x="294618" y="425525"/>
                </a:lnTo>
                <a:lnTo>
                  <a:pt x="276373" y="414560"/>
                </a:lnTo>
                <a:lnTo>
                  <a:pt x="174352" y="321468"/>
                </a:lnTo>
                <a:lnTo>
                  <a:pt x="142875" y="321468"/>
                </a:lnTo>
                <a:lnTo>
                  <a:pt x="142875" y="71437"/>
                </a:lnTo>
                <a:lnTo>
                  <a:pt x="223242" y="17859"/>
                </a:lnTo>
                <a:lnTo>
                  <a:pt x="236893" y="10173"/>
                </a:lnTo>
                <a:lnTo>
                  <a:pt x="251412" y="4590"/>
                </a:lnTo>
                <a:lnTo>
                  <a:pt x="266580" y="1205"/>
                </a:lnTo>
                <a:lnTo>
                  <a:pt x="283770" y="0"/>
                </a:lnTo>
                <a:lnTo>
                  <a:pt x="279913" y="0"/>
                </a:lnTo>
                <a:lnTo>
                  <a:pt x="292755" y="633"/>
                </a:lnTo>
                <a:lnTo>
                  <a:pt x="303176" y="2190"/>
                </a:lnTo>
                <a:lnTo>
                  <a:pt x="313367" y="4773"/>
                </a:lnTo>
                <a:lnTo>
                  <a:pt x="323254" y="8371"/>
                </a:lnTo>
                <a:lnTo>
                  <a:pt x="230385" y="83492"/>
                </a:lnTo>
                <a:lnTo>
                  <a:pt x="210888" y="106748"/>
                </a:lnTo>
                <a:lnTo>
                  <a:pt x="201741" y="134670"/>
                </a:lnTo>
                <a:lnTo>
                  <a:pt x="203288" y="162520"/>
                </a:lnTo>
                <a:lnTo>
                  <a:pt x="203371" y="164016"/>
                </a:lnTo>
                <a:lnTo>
                  <a:pt x="216210" y="191541"/>
                </a:lnTo>
                <a:lnTo>
                  <a:pt x="239959" y="213136"/>
                </a:lnTo>
                <a:lnTo>
                  <a:pt x="269160" y="223325"/>
                </a:lnTo>
                <a:lnTo>
                  <a:pt x="452774" y="223325"/>
                </a:lnTo>
                <a:lnTo>
                  <a:pt x="536227" y="299814"/>
                </a:lnTo>
                <a:lnTo>
                  <a:pt x="548725" y="317007"/>
                </a:lnTo>
                <a:lnTo>
                  <a:pt x="553501" y="336984"/>
                </a:lnTo>
                <a:lnTo>
                  <a:pt x="550449" y="357295"/>
                </a:lnTo>
                <a:lnTo>
                  <a:pt x="539464" y="375493"/>
                </a:lnTo>
                <a:lnTo>
                  <a:pt x="528430" y="383864"/>
                </a:lnTo>
                <a:lnTo>
                  <a:pt x="470148" y="383864"/>
                </a:lnTo>
                <a:lnTo>
                  <a:pt x="468638" y="388106"/>
                </a:lnTo>
                <a:lnTo>
                  <a:pt x="364442" y="388106"/>
                </a:lnTo>
                <a:lnTo>
                  <a:pt x="362475" y="394226"/>
                </a:lnTo>
                <a:lnTo>
                  <a:pt x="359754" y="400147"/>
                </a:lnTo>
                <a:lnTo>
                  <a:pt x="356280" y="405796"/>
                </a:lnTo>
                <a:lnTo>
                  <a:pt x="352052" y="411100"/>
                </a:lnTo>
                <a:lnTo>
                  <a:pt x="334875" y="423680"/>
                </a:lnTo>
                <a:lnTo>
                  <a:pt x="314924" y="428527"/>
                </a:lnTo>
                <a:close/>
              </a:path>
              <a:path w="714375" h="428625">
                <a:moveTo>
                  <a:pt x="274141" y="187900"/>
                </a:moveTo>
                <a:lnTo>
                  <a:pt x="258123" y="182306"/>
                </a:lnTo>
                <a:lnTo>
                  <a:pt x="245119" y="170445"/>
                </a:lnTo>
                <a:lnTo>
                  <a:pt x="238068" y="155360"/>
                </a:lnTo>
                <a:lnTo>
                  <a:pt x="237180" y="139261"/>
                </a:lnTo>
                <a:lnTo>
                  <a:pt x="242216" y="123936"/>
                </a:lnTo>
                <a:lnTo>
                  <a:pt x="360982" y="23663"/>
                </a:lnTo>
                <a:lnTo>
                  <a:pt x="409893" y="1546"/>
                </a:lnTo>
                <a:lnTo>
                  <a:pt x="427955" y="0"/>
                </a:lnTo>
                <a:lnTo>
                  <a:pt x="443088" y="1077"/>
                </a:lnTo>
                <a:lnTo>
                  <a:pt x="457855" y="4269"/>
                </a:lnTo>
                <a:lnTo>
                  <a:pt x="472015" y="9512"/>
                </a:lnTo>
                <a:lnTo>
                  <a:pt x="485328" y="16743"/>
                </a:lnTo>
                <a:lnTo>
                  <a:pt x="570718" y="71437"/>
                </a:lnTo>
                <a:lnTo>
                  <a:pt x="571500" y="71437"/>
                </a:lnTo>
                <a:lnTo>
                  <a:pt x="571500" y="89352"/>
                </a:lnTo>
                <a:lnTo>
                  <a:pt x="430871" y="89352"/>
                </a:lnTo>
                <a:lnTo>
                  <a:pt x="424043" y="89827"/>
                </a:lnTo>
                <a:lnTo>
                  <a:pt x="417686" y="92980"/>
                </a:lnTo>
                <a:lnTo>
                  <a:pt x="306846" y="179151"/>
                </a:lnTo>
                <a:lnTo>
                  <a:pt x="291079" y="186942"/>
                </a:lnTo>
                <a:lnTo>
                  <a:pt x="274141" y="187900"/>
                </a:lnTo>
                <a:close/>
              </a:path>
              <a:path w="714375" h="428625">
                <a:moveTo>
                  <a:pt x="571500" y="282178"/>
                </a:moveTo>
                <a:lnTo>
                  <a:pt x="416400" y="139261"/>
                </a:lnTo>
                <a:lnTo>
                  <a:pt x="439675" y="121220"/>
                </a:lnTo>
                <a:lnTo>
                  <a:pt x="444323" y="115805"/>
                </a:lnTo>
                <a:lnTo>
                  <a:pt x="446470" y="109291"/>
                </a:lnTo>
                <a:lnTo>
                  <a:pt x="446001" y="102462"/>
                </a:lnTo>
                <a:lnTo>
                  <a:pt x="442800" y="96105"/>
                </a:lnTo>
                <a:lnTo>
                  <a:pt x="437385" y="91473"/>
                </a:lnTo>
                <a:lnTo>
                  <a:pt x="430871" y="89352"/>
                </a:lnTo>
                <a:lnTo>
                  <a:pt x="571500" y="89352"/>
                </a:lnTo>
                <a:lnTo>
                  <a:pt x="571500" y="282178"/>
                </a:lnTo>
                <a:close/>
              </a:path>
              <a:path w="714375" h="428625">
                <a:moveTo>
                  <a:pt x="452774" y="223325"/>
                </a:moveTo>
                <a:lnTo>
                  <a:pt x="269160" y="223325"/>
                </a:lnTo>
                <a:lnTo>
                  <a:pt x="300014" y="221585"/>
                </a:lnTo>
                <a:lnTo>
                  <a:pt x="328724" y="207391"/>
                </a:lnTo>
                <a:lnTo>
                  <a:pt x="386432" y="162520"/>
                </a:lnTo>
                <a:lnTo>
                  <a:pt x="452774" y="223325"/>
                </a:lnTo>
                <a:close/>
              </a:path>
              <a:path w="714375" h="428625">
                <a:moveTo>
                  <a:pt x="506104" y="392571"/>
                </a:moveTo>
                <a:lnTo>
                  <a:pt x="487555" y="391472"/>
                </a:lnTo>
                <a:lnTo>
                  <a:pt x="470148" y="383864"/>
                </a:lnTo>
                <a:lnTo>
                  <a:pt x="528430" y="383864"/>
                </a:lnTo>
                <a:lnTo>
                  <a:pt x="524003" y="387224"/>
                </a:lnTo>
                <a:lnTo>
                  <a:pt x="506104" y="392571"/>
                </a:lnTo>
                <a:close/>
              </a:path>
              <a:path w="714375" h="428625">
                <a:moveTo>
                  <a:pt x="421927" y="419555"/>
                </a:moveTo>
                <a:lnTo>
                  <a:pt x="401616" y="416503"/>
                </a:lnTo>
                <a:lnTo>
                  <a:pt x="383418" y="405519"/>
                </a:lnTo>
                <a:lnTo>
                  <a:pt x="364442" y="388106"/>
                </a:lnTo>
                <a:lnTo>
                  <a:pt x="468638" y="388106"/>
                </a:lnTo>
                <a:lnTo>
                  <a:pt x="421927" y="419555"/>
                </a:lnTo>
                <a:close/>
              </a:path>
              <a:path w="714375" h="428625">
                <a:moveTo>
                  <a:pt x="71437" y="357187"/>
                </a:moveTo>
                <a:lnTo>
                  <a:pt x="35718" y="357187"/>
                </a:lnTo>
                <a:lnTo>
                  <a:pt x="21802" y="354384"/>
                </a:lnTo>
                <a:lnTo>
                  <a:pt x="10450" y="346736"/>
                </a:lnTo>
                <a:lnTo>
                  <a:pt x="2802" y="335384"/>
                </a:lnTo>
                <a:lnTo>
                  <a:pt x="0" y="321468"/>
                </a:lnTo>
                <a:lnTo>
                  <a:pt x="0" y="79474"/>
                </a:lnTo>
                <a:lnTo>
                  <a:pt x="8036" y="71437"/>
                </a:lnTo>
                <a:lnTo>
                  <a:pt x="107156" y="71437"/>
                </a:lnTo>
                <a:lnTo>
                  <a:pt x="107156" y="285750"/>
                </a:lnTo>
                <a:lnTo>
                  <a:pt x="51209" y="285750"/>
                </a:lnTo>
                <a:lnTo>
                  <a:pt x="48931" y="286203"/>
                </a:lnTo>
                <a:lnTo>
                  <a:pt x="35718" y="301241"/>
                </a:lnTo>
                <a:lnTo>
                  <a:pt x="35718" y="305977"/>
                </a:lnTo>
                <a:lnTo>
                  <a:pt x="51209" y="321468"/>
                </a:lnTo>
                <a:lnTo>
                  <a:pt x="107156" y="321468"/>
                </a:lnTo>
                <a:lnTo>
                  <a:pt x="104353" y="335384"/>
                </a:lnTo>
                <a:lnTo>
                  <a:pt x="96705" y="346736"/>
                </a:lnTo>
                <a:lnTo>
                  <a:pt x="85353" y="354384"/>
                </a:lnTo>
                <a:lnTo>
                  <a:pt x="71437" y="357187"/>
                </a:lnTo>
                <a:close/>
              </a:path>
              <a:path w="714375" h="428625">
                <a:moveTo>
                  <a:pt x="107156" y="321468"/>
                </a:moveTo>
                <a:lnTo>
                  <a:pt x="55946" y="321468"/>
                </a:lnTo>
                <a:lnTo>
                  <a:pt x="58224" y="321015"/>
                </a:lnTo>
                <a:lnTo>
                  <a:pt x="62600" y="319202"/>
                </a:lnTo>
                <a:lnTo>
                  <a:pt x="71437" y="305977"/>
                </a:lnTo>
                <a:lnTo>
                  <a:pt x="71437" y="301241"/>
                </a:lnTo>
                <a:lnTo>
                  <a:pt x="55946" y="285750"/>
                </a:lnTo>
                <a:lnTo>
                  <a:pt x="107156" y="285750"/>
                </a:lnTo>
                <a:lnTo>
                  <a:pt x="107156" y="321468"/>
                </a:lnTo>
                <a:close/>
              </a:path>
              <a:path w="714375" h="428625">
                <a:moveTo>
                  <a:pt x="678656" y="357187"/>
                </a:moveTo>
                <a:lnTo>
                  <a:pt x="642937" y="357187"/>
                </a:lnTo>
                <a:lnTo>
                  <a:pt x="629021" y="354384"/>
                </a:lnTo>
                <a:lnTo>
                  <a:pt x="617669" y="346736"/>
                </a:lnTo>
                <a:lnTo>
                  <a:pt x="610021" y="335384"/>
                </a:lnTo>
                <a:lnTo>
                  <a:pt x="607218" y="321468"/>
                </a:lnTo>
                <a:lnTo>
                  <a:pt x="607218" y="71437"/>
                </a:lnTo>
                <a:lnTo>
                  <a:pt x="706338" y="71437"/>
                </a:lnTo>
                <a:lnTo>
                  <a:pt x="714375" y="79474"/>
                </a:lnTo>
                <a:lnTo>
                  <a:pt x="714375" y="285750"/>
                </a:lnTo>
                <a:lnTo>
                  <a:pt x="658428" y="285750"/>
                </a:lnTo>
                <a:lnTo>
                  <a:pt x="656150" y="286203"/>
                </a:lnTo>
                <a:lnTo>
                  <a:pt x="642937" y="301241"/>
                </a:lnTo>
                <a:lnTo>
                  <a:pt x="642937" y="305977"/>
                </a:lnTo>
                <a:lnTo>
                  <a:pt x="658428" y="321468"/>
                </a:lnTo>
                <a:lnTo>
                  <a:pt x="714375" y="321468"/>
                </a:lnTo>
                <a:lnTo>
                  <a:pt x="711572" y="335384"/>
                </a:lnTo>
                <a:lnTo>
                  <a:pt x="703924" y="346736"/>
                </a:lnTo>
                <a:lnTo>
                  <a:pt x="692572" y="354384"/>
                </a:lnTo>
                <a:lnTo>
                  <a:pt x="678656" y="357187"/>
                </a:lnTo>
                <a:close/>
              </a:path>
              <a:path w="714375" h="428625">
                <a:moveTo>
                  <a:pt x="714375" y="321468"/>
                </a:moveTo>
                <a:lnTo>
                  <a:pt x="663165" y="321468"/>
                </a:lnTo>
                <a:lnTo>
                  <a:pt x="665443" y="321015"/>
                </a:lnTo>
                <a:lnTo>
                  <a:pt x="669819" y="319202"/>
                </a:lnTo>
                <a:lnTo>
                  <a:pt x="678656" y="305977"/>
                </a:lnTo>
                <a:lnTo>
                  <a:pt x="678656" y="301241"/>
                </a:lnTo>
                <a:lnTo>
                  <a:pt x="663165" y="285750"/>
                </a:lnTo>
                <a:lnTo>
                  <a:pt x="714375" y="285750"/>
                </a:lnTo>
                <a:lnTo>
                  <a:pt x="714375" y="321468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542925"/>
          </a:xfrm>
          <a:custGeom>
            <a:avLst/>
            <a:gdLst/>
            <a:ahLst/>
            <a:cxnLst/>
            <a:rect l="l" t="t" r="r" b="b"/>
            <a:pathLst>
              <a:path w="76200" h="542925">
                <a:moveTo>
                  <a:pt x="76199" y="542924"/>
                </a:moveTo>
                <a:lnTo>
                  <a:pt x="0" y="542924"/>
                </a:lnTo>
                <a:lnTo>
                  <a:pt x="0" y="0"/>
                </a:lnTo>
                <a:lnTo>
                  <a:pt x="76199" y="0"/>
                </a:lnTo>
                <a:lnTo>
                  <a:pt x="76199" y="542924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spc="-210" dirty="0">
                <a:latin typeface="Sitka Text"/>
                <a:cs typeface="Sitka Text"/>
              </a:rPr>
              <a:t>3-</a:t>
            </a:r>
            <a:r>
              <a:rPr sz="3150" spc="-150" dirty="0">
                <a:latin typeface="Sitka Text"/>
                <a:cs typeface="Sitka Text"/>
              </a:rPr>
              <a:t>5.</a:t>
            </a:r>
            <a:r>
              <a:rPr sz="3150" spc="-165" dirty="0">
                <a:latin typeface="Sitka Text"/>
                <a:cs typeface="Sitka Text"/>
              </a:rPr>
              <a:t> </a:t>
            </a:r>
            <a:r>
              <a:rPr spc="-630" dirty="0"/>
              <a:t>집단</a:t>
            </a:r>
            <a:r>
              <a:rPr spc="-390" dirty="0"/>
              <a:t> </a:t>
            </a:r>
            <a:r>
              <a:rPr spc="-630" dirty="0"/>
              <a:t>과정</a:t>
            </a:r>
            <a:r>
              <a:rPr spc="-390" dirty="0"/>
              <a:t> </a:t>
            </a:r>
            <a:r>
              <a:rPr spc="-655" dirty="0"/>
              <a:t>성찰</a:t>
            </a:r>
            <a:endParaRPr sz="3150">
              <a:latin typeface="Sitka Text"/>
              <a:cs typeface="Sitka Tex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95824" y="2457449"/>
            <a:ext cx="6734175" cy="3143250"/>
            <a:chOff x="4695824" y="2457449"/>
            <a:chExt cx="6734175" cy="3143250"/>
          </a:xfrm>
        </p:grpSpPr>
        <p:sp>
          <p:nvSpPr>
            <p:cNvPr id="5" name="object 5"/>
            <p:cNvSpPr/>
            <p:nvPr/>
          </p:nvSpPr>
          <p:spPr>
            <a:xfrm>
              <a:off x="4705349" y="2466974"/>
              <a:ext cx="6715125" cy="3124200"/>
            </a:xfrm>
            <a:custGeom>
              <a:avLst/>
              <a:gdLst/>
              <a:ahLst/>
              <a:cxnLst/>
              <a:rect l="l" t="t" r="r" b="b"/>
              <a:pathLst>
                <a:path w="6715125" h="3124200">
                  <a:moveTo>
                    <a:pt x="6652827" y="3124199"/>
                  </a:moveTo>
                  <a:lnTo>
                    <a:pt x="62296" y="3124199"/>
                  </a:lnTo>
                  <a:lnTo>
                    <a:pt x="57960" y="3123772"/>
                  </a:lnTo>
                  <a:lnTo>
                    <a:pt x="22623" y="3107766"/>
                  </a:lnTo>
                  <a:lnTo>
                    <a:pt x="2134" y="3074825"/>
                  </a:lnTo>
                  <a:lnTo>
                    <a:pt x="0" y="3061902"/>
                  </a:lnTo>
                  <a:lnTo>
                    <a:pt x="0" y="3057524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7"/>
                  </a:lnTo>
                  <a:lnTo>
                    <a:pt x="6715123" y="3061902"/>
                  </a:lnTo>
                  <a:lnTo>
                    <a:pt x="6701453" y="3098206"/>
                  </a:lnTo>
                  <a:lnTo>
                    <a:pt x="6669917" y="3120798"/>
                  </a:lnTo>
                  <a:lnTo>
                    <a:pt x="6657161" y="3123772"/>
                  </a:lnTo>
                  <a:lnTo>
                    <a:pt x="6652827" y="31241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05349" y="2466974"/>
              <a:ext cx="6715125" cy="3124200"/>
            </a:xfrm>
            <a:custGeom>
              <a:avLst/>
              <a:gdLst/>
              <a:ahLst/>
              <a:cxnLst/>
              <a:rect l="l" t="t" r="r" b="b"/>
              <a:pathLst>
                <a:path w="6715125" h="3124200">
                  <a:moveTo>
                    <a:pt x="0" y="305752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399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1"/>
                  </a:lnTo>
                  <a:lnTo>
                    <a:pt x="6706319" y="33272"/>
                  </a:lnTo>
                  <a:lnTo>
                    <a:pt x="6708372" y="37114"/>
                  </a:lnTo>
                  <a:lnTo>
                    <a:pt x="6710048" y="41159"/>
                  </a:lnTo>
                  <a:lnTo>
                    <a:pt x="6711723" y="45203"/>
                  </a:lnTo>
                  <a:lnTo>
                    <a:pt x="6715124" y="66674"/>
                  </a:lnTo>
                  <a:lnTo>
                    <a:pt x="6715124" y="3057524"/>
                  </a:lnTo>
                  <a:lnTo>
                    <a:pt x="6703885" y="3094566"/>
                  </a:lnTo>
                  <a:lnTo>
                    <a:pt x="6701453" y="3098206"/>
                  </a:lnTo>
                  <a:lnTo>
                    <a:pt x="6685490" y="3112962"/>
                  </a:lnTo>
                  <a:lnTo>
                    <a:pt x="6681849" y="3115394"/>
                  </a:lnTo>
                  <a:lnTo>
                    <a:pt x="6652827" y="3124199"/>
                  </a:lnTo>
                  <a:lnTo>
                    <a:pt x="6648449" y="3124199"/>
                  </a:lnTo>
                  <a:lnTo>
                    <a:pt x="66674" y="3124199"/>
                  </a:lnTo>
                  <a:lnTo>
                    <a:pt x="62296" y="3124199"/>
                  </a:lnTo>
                  <a:lnTo>
                    <a:pt x="57960" y="3123772"/>
                  </a:lnTo>
                  <a:lnTo>
                    <a:pt x="29631" y="3112962"/>
                  </a:lnTo>
                  <a:lnTo>
                    <a:pt x="25991" y="3110530"/>
                  </a:lnTo>
                  <a:lnTo>
                    <a:pt x="22623" y="3107766"/>
                  </a:lnTo>
                  <a:lnTo>
                    <a:pt x="19528" y="3104670"/>
                  </a:lnTo>
                  <a:lnTo>
                    <a:pt x="16432" y="3101574"/>
                  </a:lnTo>
                  <a:lnTo>
                    <a:pt x="13668" y="3098206"/>
                  </a:lnTo>
                  <a:lnTo>
                    <a:pt x="11236" y="3094566"/>
                  </a:lnTo>
                  <a:lnTo>
                    <a:pt x="8803" y="3090926"/>
                  </a:lnTo>
                  <a:lnTo>
                    <a:pt x="6749" y="3087083"/>
                  </a:lnTo>
                  <a:lnTo>
                    <a:pt x="5074" y="3083039"/>
                  </a:lnTo>
                  <a:lnTo>
                    <a:pt x="3399" y="3078994"/>
                  </a:lnTo>
                  <a:lnTo>
                    <a:pt x="2134" y="3074825"/>
                  </a:lnTo>
                  <a:lnTo>
                    <a:pt x="1280" y="3070532"/>
                  </a:lnTo>
                  <a:lnTo>
                    <a:pt x="427" y="3066238"/>
                  </a:lnTo>
                  <a:lnTo>
                    <a:pt x="0" y="3061902"/>
                  </a:lnTo>
                  <a:lnTo>
                    <a:pt x="0" y="305752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7274" y="2676524"/>
              <a:ext cx="128587" cy="171449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4695824" y="5753099"/>
            <a:ext cx="6734175" cy="838200"/>
          </a:xfrm>
          <a:custGeom>
            <a:avLst/>
            <a:gdLst/>
            <a:ahLst/>
            <a:cxnLst/>
            <a:rect l="l" t="t" r="r" b="b"/>
            <a:pathLst>
              <a:path w="6734175" h="838200">
                <a:moveTo>
                  <a:pt x="6662977" y="838199"/>
                </a:moveTo>
                <a:lnTo>
                  <a:pt x="71196" y="838199"/>
                </a:lnTo>
                <a:lnTo>
                  <a:pt x="66241" y="837711"/>
                </a:lnTo>
                <a:lnTo>
                  <a:pt x="29705" y="822577"/>
                </a:lnTo>
                <a:lnTo>
                  <a:pt x="3885" y="786537"/>
                </a:lnTo>
                <a:lnTo>
                  <a:pt x="0" y="767003"/>
                </a:lnTo>
                <a:lnTo>
                  <a:pt x="0" y="7619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6662977" y="0"/>
                </a:lnTo>
                <a:lnTo>
                  <a:pt x="6704468" y="15621"/>
                </a:lnTo>
                <a:lnTo>
                  <a:pt x="6730287" y="51661"/>
                </a:lnTo>
                <a:lnTo>
                  <a:pt x="6734173" y="71196"/>
                </a:lnTo>
                <a:lnTo>
                  <a:pt x="6734173" y="767003"/>
                </a:lnTo>
                <a:lnTo>
                  <a:pt x="6718551" y="808494"/>
                </a:lnTo>
                <a:lnTo>
                  <a:pt x="6682511" y="834312"/>
                </a:lnTo>
                <a:lnTo>
                  <a:pt x="6667932" y="837711"/>
                </a:lnTo>
                <a:lnTo>
                  <a:pt x="6662977" y="838199"/>
                </a:lnTo>
                <a:close/>
              </a:path>
            </a:pathLst>
          </a:custGeom>
          <a:solidFill>
            <a:srgbClr val="EFF5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971549"/>
            <a:ext cx="190499" cy="1904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991050" y="897127"/>
            <a:ext cx="628269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00"/>
              </a:spcBef>
            </a:pPr>
            <a:r>
              <a:rPr sz="1700" b="1" spc="-250" dirty="0">
                <a:solidFill>
                  <a:srgbClr val="374050"/>
                </a:solidFill>
                <a:latin typeface="Malgun Gothic"/>
                <a:cs typeface="Malgun Gothic"/>
              </a:rPr>
              <a:t>개념</a:t>
            </a:r>
            <a:r>
              <a:rPr sz="1700" b="1" spc="-250" dirty="0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sz="1700" b="1" spc="-6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팀이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목표를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달성하기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위해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어떻게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80" dirty="0">
                <a:solidFill>
                  <a:srgbClr val="374050"/>
                </a:solidFill>
                <a:latin typeface="Dotum"/>
                <a:cs typeface="Dotum"/>
              </a:rPr>
              <a:t>협력했는지</a:t>
            </a:r>
            <a:r>
              <a:rPr sz="1700" spc="-28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25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무엇을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개선할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수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45" dirty="0">
                <a:solidFill>
                  <a:srgbClr val="374050"/>
                </a:solidFill>
                <a:latin typeface="Dotum"/>
                <a:cs typeface="Dotum"/>
              </a:rPr>
              <a:t>있는지를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정기적으로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돌아보는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과정</a:t>
            </a:r>
            <a:endParaRPr sz="1700">
              <a:latin typeface="Dotum"/>
              <a:cs typeface="Dotum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95824" y="1733549"/>
            <a:ext cx="190499" cy="1904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991050" y="1659127"/>
            <a:ext cx="6389370" cy="1221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300"/>
              </a:lnSpc>
              <a:spcBef>
                <a:spcPts val="100"/>
              </a:spcBef>
            </a:pPr>
            <a:r>
              <a:rPr sz="1700" b="1" spc="-265" dirty="0">
                <a:solidFill>
                  <a:srgbClr val="374050"/>
                </a:solidFill>
                <a:latin typeface="Malgun Gothic"/>
                <a:cs typeface="Malgun Gothic"/>
              </a:rPr>
              <a:t>필요성</a:t>
            </a:r>
            <a:r>
              <a:rPr sz="1700" b="1" spc="-265" dirty="0">
                <a:solidFill>
                  <a:srgbClr val="374050"/>
                </a:solidFill>
                <a:latin typeface="Arial"/>
                <a:cs typeface="Arial"/>
              </a:rPr>
              <a:t>:</a:t>
            </a:r>
            <a:r>
              <a:rPr sz="1700" b="1" spc="-50" dirty="0">
                <a:solidFill>
                  <a:srgbClr val="374050"/>
                </a:solidFill>
                <a:latin typeface="Arial"/>
                <a:cs typeface="Arial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단순한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활동을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넘어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의미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있는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학습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경험으로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240" dirty="0">
                <a:solidFill>
                  <a:srgbClr val="374050"/>
                </a:solidFill>
                <a:latin typeface="Dotum"/>
                <a:cs typeface="Dotum"/>
              </a:rPr>
              <a:t>전환</a:t>
            </a:r>
            <a:r>
              <a:rPr sz="1700" spc="-24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700" spc="-30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자기주도적</a:t>
            </a:r>
            <a:r>
              <a:rPr sz="1700" spc="-14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성장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195" dirty="0">
                <a:solidFill>
                  <a:srgbClr val="374050"/>
                </a:solidFill>
                <a:latin typeface="Dotum"/>
                <a:cs typeface="Dotum"/>
              </a:rPr>
              <a:t>유도</a:t>
            </a:r>
            <a:r>
              <a:rPr sz="1700" spc="-195" dirty="0">
                <a:solidFill>
                  <a:srgbClr val="374050"/>
                </a:solidFill>
                <a:latin typeface="Microsoft Sans Serif"/>
                <a:cs typeface="Microsoft Sans Serif"/>
              </a:rPr>
              <a:t>, </a:t>
            </a:r>
            <a:r>
              <a:rPr sz="1700" spc="-325" dirty="0">
                <a:solidFill>
                  <a:srgbClr val="374050"/>
                </a:solidFill>
                <a:latin typeface="Dotum"/>
                <a:cs typeface="Dotum"/>
              </a:rPr>
              <a:t>팀워크</a:t>
            </a:r>
            <a:r>
              <a:rPr sz="1700" spc="-14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700" spc="-350" dirty="0">
                <a:solidFill>
                  <a:srgbClr val="374050"/>
                </a:solidFill>
                <a:latin typeface="Dotum"/>
                <a:cs typeface="Dotum"/>
              </a:rPr>
              <a:t>개선</a:t>
            </a:r>
            <a:endParaRPr sz="17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500">
              <a:latin typeface="Dotum"/>
              <a:cs typeface="Dotum"/>
            </a:endParaRPr>
          </a:p>
          <a:p>
            <a:pPr marL="83820">
              <a:lnSpc>
                <a:spcPct val="100000"/>
              </a:lnSpc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실제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적용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방법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67274" y="303847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3" y="266701"/>
                </a:lnTo>
                <a:lnTo>
                  <a:pt x="10016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79" y="121679"/>
                </a:lnTo>
                <a:lnTo>
                  <a:pt x="24385" y="83315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20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5"/>
                </a:lnTo>
                <a:lnTo>
                  <a:pt x="335518" y="121679"/>
                </a:lnTo>
                <a:lnTo>
                  <a:pt x="342693" y="163026"/>
                </a:lnTo>
                <a:lnTo>
                  <a:pt x="342899" y="171449"/>
                </a:lnTo>
                <a:lnTo>
                  <a:pt x="342693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2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984055" y="3093683"/>
            <a:ext cx="115570" cy="22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b="1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3000" y="2955442"/>
            <a:ext cx="2652395" cy="4826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350" spc="-260" dirty="0">
                <a:latin typeface="Dotum"/>
                <a:cs typeface="Dotum"/>
              </a:rPr>
              <a:t>수업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마무리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성찰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시간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수업</a:t>
            </a:r>
            <a:r>
              <a:rPr sz="1350" spc="-11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마지막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00" spc="-165" dirty="0">
                <a:solidFill>
                  <a:srgbClr val="374050"/>
                </a:solidFill>
                <a:latin typeface="Microsoft Sans Serif"/>
                <a:cs typeface="Microsoft Sans Serif"/>
              </a:rPr>
              <a:t>5</a:t>
            </a:r>
            <a:r>
              <a:rPr sz="1350" spc="-165" dirty="0">
                <a:solidFill>
                  <a:srgbClr val="374050"/>
                </a:solidFill>
                <a:latin typeface="Dotum"/>
                <a:cs typeface="Dotum"/>
              </a:rPr>
              <a:t>분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동안</a:t>
            </a:r>
            <a:r>
              <a:rPr sz="1350" spc="-11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팀별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반성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시간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제공</a:t>
            </a:r>
            <a:endParaRPr sz="1350">
              <a:latin typeface="Dotum"/>
              <a:cs typeface="Dotum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67274" y="398144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3" y="266701"/>
                </a:lnTo>
                <a:lnTo>
                  <a:pt x="10016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20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3" y="163026"/>
                </a:lnTo>
                <a:lnTo>
                  <a:pt x="342899" y="171449"/>
                </a:lnTo>
                <a:lnTo>
                  <a:pt x="342693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84055" y="4036659"/>
            <a:ext cx="115570" cy="22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b="1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3000" y="3526941"/>
            <a:ext cx="3570604" cy="4826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350" spc="-260" dirty="0">
                <a:latin typeface="Dotum"/>
                <a:cs typeface="Dotum"/>
              </a:rPr>
              <a:t>장단점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0" dirty="0">
                <a:latin typeface="Dotum"/>
                <a:cs typeface="Dotum"/>
              </a:rPr>
              <a:t>공유하기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300" spc="-145" dirty="0">
                <a:solidFill>
                  <a:srgbClr val="374050"/>
                </a:solidFill>
                <a:latin typeface="Microsoft Sans Serif"/>
                <a:cs typeface="Microsoft Sans Serif"/>
              </a:rPr>
              <a:t>"</a:t>
            </a:r>
            <a:r>
              <a:rPr sz="1350" spc="-145" dirty="0">
                <a:solidFill>
                  <a:srgbClr val="374050"/>
                </a:solidFill>
                <a:latin typeface="Dotum"/>
                <a:cs typeface="Dotum"/>
              </a:rPr>
              <a:t>오늘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우리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팀이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잘한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점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00" spc="-160" dirty="0">
                <a:solidFill>
                  <a:srgbClr val="374050"/>
                </a:solidFill>
                <a:latin typeface="Microsoft Sans Serif"/>
                <a:cs typeface="Microsoft Sans Serif"/>
              </a:rPr>
              <a:t>3</a:t>
            </a:r>
            <a:r>
              <a:rPr sz="1350" spc="-160" dirty="0">
                <a:solidFill>
                  <a:srgbClr val="374050"/>
                </a:solidFill>
                <a:latin typeface="Dotum"/>
                <a:cs typeface="Dotum"/>
              </a:rPr>
              <a:t>가지</a:t>
            </a:r>
            <a:r>
              <a:rPr sz="1300" spc="-160" dirty="0">
                <a:solidFill>
                  <a:srgbClr val="374050"/>
                </a:solidFill>
                <a:latin typeface="Microsoft Sans Serif"/>
                <a:cs typeface="Microsoft Sans Serif"/>
              </a:rPr>
              <a:t>,</a:t>
            </a:r>
            <a:r>
              <a:rPr sz="1300" spc="5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개선할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점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00" spc="-125" dirty="0">
                <a:solidFill>
                  <a:srgbClr val="374050"/>
                </a:solidFill>
                <a:latin typeface="Microsoft Sans Serif"/>
                <a:cs typeface="Microsoft Sans Serif"/>
              </a:rPr>
              <a:t>2</a:t>
            </a:r>
            <a:r>
              <a:rPr sz="1350" spc="-125" dirty="0">
                <a:solidFill>
                  <a:srgbClr val="374050"/>
                </a:solidFill>
                <a:latin typeface="Dotum"/>
                <a:cs typeface="Dotum"/>
              </a:rPr>
              <a:t>가지</a:t>
            </a:r>
            <a:r>
              <a:rPr sz="1300" spc="-125" dirty="0">
                <a:solidFill>
                  <a:srgbClr val="374050"/>
                </a:solidFill>
                <a:latin typeface="Microsoft Sans Serif"/>
                <a:cs typeface="Microsoft Sans Serif"/>
              </a:rPr>
              <a:t>"</a:t>
            </a:r>
            <a:r>
              <a:rPr sz="1300" spc="5" dirty="0">
                <a:solidFill>
                  <a:srgbClr val="374050"/>
                </a:solidFill>
                <a:latin typeface="Microsoft Sans Serif"/>
                <a:cs typeface="Microsoft Sans Serif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나누기</a:t>
            </a:r>
            <a:endParaRPr sz="1350">
              <a:latin typeface="Dotum"/>
              <a:cs typeface="Dotum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67274" y="491489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3" y="266701"/>
                </a:lnTo>
                <a:lnTo>
                  <a:pt x="10016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20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3" y="163027"/>
                </a:lnTo>
                <a:lnTo>
                  <a:pt x="342899" y="171449"/>
                </a:lnTo>
                <a:lnTo>
                  <a:pt x="342693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2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84055" y="4970109"/>
            <a:ext cx="115570" cy="229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b="1" spc="-5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3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53000" y="4831867"/>
            <a:ext cx="3835400" cy="4826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350" spc="-260" dirty="0">
                <a:latin typeface="Dotum"/>
                <a:cs typeface="Dotum"/>
              </a:rPr>
              <a:t>다음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목표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설정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다음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시간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목표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함께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설정하기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00" spc="-225" dirty="0">
                <a:solidFill>
                  <a:srgbClr val="374050"/>
                </a:solidFill>
                <a:latin typeface="Microsoft Sans Serif"/>
                <a:cs typeface="Microsoft Sans Serif"/>
              </a:rPr>
              <a:t>(</a:t>
            </a:r>
            <a:r>
              <a:rPr sz="1350" spc="-225" dirty="0">
                <a:solidFill>
                  <a:srgbClr val="374050"/>
                </a:solidFill>
                <a:latin typeface="Dotum"/>
                <a:cs typeface="Dotum"/>
              </a:rPr>
              <a:t>구체적이고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측정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가능한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85" dirty="0">
                <a:solidFill>
                  <a:srgbClr val="374050"/>
                </a:solidFill>
                <a:latin typeface="Dotum"/>
                <a:cs typeface="Dotum"/>
              </a:rPr>
              <a:t>목표</a:t>
            </a:r>
            <a:r>
              <a:rPr sz="1300" spc="-85" dirty="0">
                <a:solidFill>
                  <a:srgbClr val="374050"/>
                </a:solidFill>
                <a:latin typeface="Microsoft Sans Serif"/>
                <a:cs typeface="Microsoft Sans Serif"/>
              </a:rPr>
              <a:t>)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38650" y="5901562"/>
            <a:ext cx="76962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교사의</a:t>
            </a:r>
            <a:r>
              <a:rPr sz="1350" b="1" spc="-13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95" dirty="0">
                <a:solidFill>
                  <a:srgbClr val="1D40AF"/>
                </a:solidFill>
                <a:latin typeface="Malgun Gothic"/>
                <a:cs typeface="Malgun Gothic"/>
              </a:rPr>
              <a:t>역할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48224" y="6248399"/>
            <a:ext cx="5105400" cy="152400"/>
            <a:chOff x="4848224" y="6248399"/>
            <a:chExt cx="5105400" cy="15240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8224" y="6248399"/>
              <a:ext cx="152399" cy="1523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86611" y="6248399"/>
              <a:ext cx="104774" cy="152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01224" y="6248399"/>
              <a:ext cx="152399" cy="1523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067250" y="6206362"/>
            <a:ext cx="109220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개방형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질문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제시</a:t>
            </a:r>
            <a:endParaRPr sz="1350">
              <a:latin typeface="Dotum"/>
              <a:cs typeface="Dotu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60542" y="6206362"/>
            <a:ext cx="141541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모든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학생의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참여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유도</a:t>
            </a:r>
            <a:endParaRPr sz="1350">
              <a:latin typeface="Dotum"/>
              <a:cs typeface="Dotum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014892" y="6206362"/>
            <a:ext cx="127508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성찰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일지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작성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안내</a:t>
            </a:r>
            <a:endParaRPr sz="1350">
              <a:latin typeface="Dotum"/>
              <a:cs typeface="Dotum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66800" y="1704974"/>
            <a:ext cx="571500" cy="572135"/>
          </a:xfrm>
          <a:custGeom>
            <a:avLst/>
            <a:gdLst/>
            <a:ahLst/>
            <a:cxnLst/>
            <a:rect l="l" t="t" r="r" b="b"/>
            <a:pathLst>
              <a:path w="571500" h="572135">
                <a:moveTo>
                  <a:pt x="232171" y="464343"/>
                </a:moveTo>
                <a:lnTo>
                  <a:pt x="185373" y="459627"/>
                </a:lnTo>
                <a:lnTo>
                  <a:pt x="141788" y="446102"/>
                </a:lnTo>
                <a:lnTo>
                  <a:pt x="102350" y="424699"/>
                </a:lnTo>
                <a:lnTo>
                  <a:pt x="67991" y="396352"/>
                </a:lnTo>
                <a:lnTo>
                  <a:pt x="39644" y="361993"/>
                </a:lnTo>
                <a:lnTo>
                  <a:pt x="18241" y="322555"/>
                </a:lnTo>
                <a:lnTo>
                  <a:pt x="4715" y="278970"/>
                </a:lnTo>
                <a:lnTo>
                  <a:pt x="0" y="232171"/>
                </a:lnTo>
                <a:lnTo>
                  <a:pt x="4701" y="185512"/>
                </a:lnTo>
                <a:lnTo>
                  <a:pt x="18241" y="141788"/>
                </a:lnTo>
                <a:lnTo>
                  <a:pt x="39644" y="102350"/>
                </a:lnTo>
                <a:lnTo>
                  <a:pt x="67991" y="67991"/>
                </a:lnTo>
                <a:lnTo>
                  <a:pt x="102350" y="39644"/>
                </a:lnTo>
                <a:lnTo>
                  <a:pt x="141788" y="18241"/>
                </a:lnTo>
                <a:lnTo>
                  <a:pt x="185373" y="4715"/>
                </a:lnTo>
                <a:lnTo>
                  <a:pt x="232171" y="0"/>
                </a:lnTo>
                <a:lnTo>
                  <a:pt x="278970" y="4715"/>
                </a:lnTo>
                <a:lnTo>
                  <a:pt x="322555" y="18241"/>
                </a:lnTo>
                <a:lnTo>
                  <a:pt x="361993" y="39644"/>
                </a:lnTo>
                <a:lnTo>
                  <a:pt x="396352" y="67991"/>
                </a:lnTo>
                <a:lnTo>
                  <a:pt x="399195" y="71437"/>
                </a:lnTo>
                <a:lnTo>
                  <a:pt x="232171" y="71437"/>
                </a:lnTo>
                <a:lnTo>
                  <a:pt x="224275" y="71630"/>
                </a:lnTo>
                <a:lnTo>
                  <a:pt x="185512" y="78356"/>
                </a:lnTo>
                <a:lnTo>
                  <a:pt x="149545" y="94299"/>
                </a:lnTo>
                <a:lnTo>
                  <a:pt x="118515" y="118515"/>
                </a:lnTo>
                <a:lnTo>
                  <a:pt x="94299" y="149545"/>
                </a:lnTo>
                <a:lnTo>
                  <a:pt x="78402" y="185373"/>
                </a:lnTo>
                <a:lnTo>
                  <a:pt x="71630" y="224275"/>
                </a:lnTo>
                <a:lnTo>
                  <a:pt x="71437" y="232171"/>
                </a:lnTo>
                <a:lnTo>
                  <a:pt x="71630" y="240068"/>
                </a:lnTo>
                <a:lnTo>
                  <a:pt x="78356" y="278831"/>
                </a:lnTo>
                <a:lnTo>
                  <a:pt x="94299" y="314798"/>
                </a:lnTo>
                <a:lnTo>
                  <a:pt x="118515" y="345828"/>
                </a:lnTo>
                <a:lnTo>
                  <a:pt x="149545" y="370044"/>
                </a:lnTo>
                <a:lnTo>
                  <a:pt x="185512" y="385986"/>
                </a:lnTo>
                <a:lnTo>
                  <a:pt x="224275" y="392713"/>
                </a:lnTo>
                <a:lnTo>
                  <a:pt x="232171" y="392906"/>
                </a:lnTo>
                <a:lnTo>
                  <a:pt x="443451" y="392906"/>
                </a:lnTo>
                <a:lnTo>
                  <a:pt x="470219" y="419695"/>
                </a:lnTo>
                <a:lnTo>
                  <a:pt x="369130" y="419695"/>
                </a:lnTo>
                <a:lnTo>
                  <a:pt x="338736" y="438538"/>
                </a:lnTo>
                <a:lnTo>
                  <a:pt x="305465" y="452567"/>
                </a:lnTo>
                <a:lnTo>
                  <a:pt x="269786" y="461323"/>
                </a:lnTo>
                <a:lnTo>
                  <a:pt x="232171" y="464343"/>
                </a:lnTo>
                <a:close/>
              </a:path>
              <a:path w="571500" h="572135">
                <a:moveTo>
                  <a:pt x="443451" y="392906"/>
                </a:moveTo>
                <a:lnTo>
                  <a:pt x="232171" y="392906"/>
                </a:lnTo>
                <a:lnTo>
                  <a:pt x="240068" y="392713"/>
                </a:lnTo>
                <a:lnTo>
                  <a:pt x="247926" y="392134"/>
                </a:lnTo>
                <a:lnTo>
                  <a:pt x="286312" y="383514"/>
                </a:lnTo>
                <a:lnTo>
                  <a:pt x="321471" y="365817"/>
                </a:lnTo>
                <a:lnTo>
                  <a:pt x="351275" y="340108"/>
                </a:lnTo>
                <a:lnTo>
                  <a:pt x="373928" y="307942"/>
                </a:lnTo>
                <a:lnTo>
                  <a:pt x="388087" y="271236"/>
                </a:lnTo>
                <a:lnTo>
                  <a:pt x="392906" y="232171"/>
                </a:lnTo>
                <a:lnTo>
                  <a:pt x="392713" y="224275"/>
                </a:lnTo>
                <a:lnTo>
                  <a:pt x="385986" y="185512"/>
                </a:lnTo>
                <a:lnTo>
                  <a:pt x="370044" y="149545"/>
                </a:lnTo>
                <a:lnTo>
                  <a:pt x="345828" y="118515"/>
                </a:lnTo>
                <a:lnTo>
                  <a:pt x="314798" y="94299"/>
                </a:lnTo>
                <a:lnTo>
                  <a:pt x="278831" y="78356"/>
                </a:lnTo>
                <a:lnTo>
                  <a:pt x="240068" y="71630"/>
                </a:lnTo>
                <a:lnTo>
                  <a:pt x="232171" y="71437"/>
                </a:lnTo>
                <a:lnTo>
                  <a:pt x="399195" y="71437"/>
                </a:lnTo>
                <a:lnTo>
                  <a:pt x="424699" y="102350"/>
                </a:lnTo>
                <a:lnTo>
                  <a:pt x="446102" y="141788"/>
                </a:lnTo>
                <a:lnTo>
                  <a:pt x="459627" y="185373"/>
                </a:lnTo>
                <a:lnTo>
                  <a:pt x="464343" y="232171"/>
                </a:lnTo>
                <a:lnTo>
                  <a:pt x="461307" y="269786"/>
                </a:lnTo>
                <a:lnTo>
                  <a:pt x="452525" y="305465"/>
                </a:lnTo>
                <a:lnTo>
                  <a:pt x="438491" y="338736"/>
                </a:lnTo>
                <a:lnTo>
                  <a:pt x="419695" y="369130"/>
                </a:lnTo>
                <a:lnTo>
                  <a:pt x="443451" y="392906"/>
                </a:lnTo>
                <a:close/>
              </a:path>
              <a:path w="571500" h="572135">
                <a:moveTo>
                  <a:pt x="535725" y="571583"/>
                </a:moveTo>
                <a:lnTo>
                  <a:pt x="522268" y="568967"/>
                </a:lnTo>
                <a:lnTo>
                  <a:pt x="510443" y="561119"/>
                </a:lnTo>
                <a:lnTo>
                  <a:pt x="369130" y="419695"/>
                </a:lnTo>
                <a:lnTo>
                  <a:pt x="470219" y="419695"/>
                </a:lnTo>
                <a:lnTo>
                  <a:pt x="561007" y="510554"/>
                </a:lnTo>
                <a:lnTo>
                  <a:pt x="568855" y="522379"/>
                </a:lnTo>
                <a:lnTo>
                  <a:pt x="571472" y="535837"/>
                </a:lnTo>
                <a:lnTo>
                  <a:pt x="568855" y="549294"/>
                </a:lnTo>
                <a:lnTo>
                  <a:pt x="561007" y="561119"/>
                </a:lnTo>
                <a:lnTo>
                  <a:pt x="549182" y="568967"/>
                </a:lnTo>
                <a:lnTo>
                  <a:pt x="535725" y="571583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62574" y="4086224"/>
            <a:ext cx="5895975" cy="657225"/>
          </a:xfrm>
          <a:custGeom>
            <a:avLst/>
            <a:gdLst/>
            <a:ahLst/>
            <a:cxnLst/>
            <a:rect l="l" t="t" r="r" b="b"/>
            <a:pathLst>
              <a:path w="5895975" h="657225">
                <a:moveTo>
                  <a:pt x="5824777" y="657224"/>
                </a:moveTo>
                <a:lnTo>
                  <a:pt x="71196" y="657224"/>
                </a:lnTo>
                <a:lnTo>
                  <a:pt x="66240" y="656736"/>
                </a:lnTo>
                <a:lnTo>
                  <a:pt x="29703" y="641602"/>
                </a:lnTo>
                <a:lnTo>
                  <a:pt x="3885" y="605562"/>
                </a:lnTo>
                <a:lnTo>
                  <a:pt x="0" y="586028"/>
                </a:lnTo>
                <a:lnTo>
                  <a:pt x="0" y="581024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5824777" y="0"/>
                </a:lnTo>
                <a:lnTo>
                  <a:pt x="5866267" y="15621"/>
                </a:lnTo>
                <a:lnTo>
                  <a:pt x="5892086" y="51661"/>
                </a:lnTo>
                <a:lnTo>
                  <a:pt x="5895973" y="71196"/>
                </a:lnTo>
                <a:lnTo>
                  <a:pt x="5895973" y="586028"/>
                </a:lnTo>
                <a:lnTo>
                  <a:pt x="5880349" y="627518"/>
                </a:lnTo>
                <a:lnTo>
                  <a:pt x="5844310" y="653338"/>
                </a:lnTo>
                <a:lnTo>
                  <a:pt x="5829732" y="656736"/>
                </a:lnTo>
                <a:lnTo>
                  <a:pt x="5824777" y="657224"/>
                </a:lnTo>
                <a:close/>
              </a:path>
            </a:pathLst>
          </a:custGeom>
          <a:solidFill>
            <a:srgbClr val="DAE9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695900" y="4162964"/>
            <a:ext cx="5146040" cy="463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95"/>
              </a:spcBef>
            </a:pPr>
            <a:r>
              <a:rPr sz="1250" spc="-225" dirty="0">
                <a:latin typeface="Dotum"/>
                <a:cs typeface="Dotum"/>
              </a:rPr>
              <a:t>우리</a:t>
            </a:r>
            <a:r>
              <a:rPr sz="1250" spc="-105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팀은</a:t>
            </a:r>
            <a:r>
              <a:rPr sz="1250" spc="-100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서브</a:t>
            </a:r>
            <a:r>
              <a:rPr sz="1250" spc="-100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연습에서</a:t>
            </a:r>
            <a:r>
              <a:rPr sz="1250" spc="-100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서로</a:t>
            </a:r>
            <a:r>
              <a:rPr sz="1250" spc="-105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격려를</a:t>
            </a:r>
            <a:r>
              <a:rPr sz="1250" spc="-100" dirty="0">
                <a:latin typeface="Dotum"/>
                <a:cs typeface="Dotum"/>
              </a:rPr>
              <a:t> </a:t>
            </a:r>
            <a:r>
              <a:rPr sz="1250" spc="-195" dirty="0">
                <a:latin typeface="Dotum"/>
                <a:cs typeface="Dotum"/>
              </a:rPr>
              <a:t>잘했어요</a:t>
            </a:r>
            <a:r>
              <a:rPr sz="1250" spc="-195" dirty="0">
                <a:latin typeface="Arial"/>
                <a:cs typeface="Arial"/>
              </a:rPr>
              <a:t>.</a:t>
            </a:r>
            <a:r>
              <a:rPr sz="1250" spc="-30" dirty="0">
                <a:latin typeface="Arial"/>
                <a:cs typeface="Arial"/>
              </a:rPr>
              <a:t> </a:t>
            </a:r>
            <a:r>
              <a:rPr sz="1250" spc="-225" dirty="0">
                <a:latin typeface="Dotum"/>
                <a:cs typeface="Dotum"/>
              </a:rPr>
              <a:t>하지만</a:t>
            </a:r>
            <a:r>
              <a:rPr sz="1250" spc="-100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포지션</a:t>
            </a:r>
            <a:r>
              <a:rPr sz="1250" spc="-100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교체</a:t>
            </a:r>
            <a:r>
              <a:rPr sz="1250" spc="-105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시</a:t>
            </a:r>
            <a:r>
              <a:rPr sz="1250" spc="-100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혼란이</a:t>
            </a:r>
            <a:r>
              <a:rPr sz="1250" spc="-100" dirty="0">
                <a:latin typeface="Dotum"/>
                <a:cs typeface="Dotum"/>
              </a:rPr>
              <a:t> </a:t>
            </a:r>
            <a:r>
              <a:rPr sz="1250" spc="-135" dirty="0">
                <a:latin typeface="Dotum"/>
                <a:cs typeface="Dotum"/>
              </a:rPr>
              <a:t>있었으니 </a:t>
            </a:r>
            <a:r>
              <a:rPr sz="1250" spc="-225" dirty="0">
                <a:latin typeface="Dotum"/>
                <a:cs typeface="Dotum"/>
              </a:rPr>
              <a:t>다음에는</a:t>
            </a:r>
            <a:r>
              <a:rPr sz="1250" spc="-105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역할을</a:t>
            </a:r>
            <a:r>
              <a:rPr sz="1250" spc="-105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미리</a:t>
            </a:r>
            <a:r>
              <a:rPr sz="1250" spc="-105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정확히</a:t>
            </a:r>
            <a:r>
              <a:rPr sz="1250" spc="-105" dirty="0">
                <a:latin typeface="Dotum"/>
                <a:cs typeface="Dotum"/>
              </a:rPr>
              <a:t> </a:t>
            </a:r>
            <a:r>
              <a:rPr sz="1250" spc="-225" dirty="0">
                <a:latin typeface="Dotum"/>
                <a:cs typeface="Dotum"/>
              </a:rPr>
              <a:t>나누면</a:t>
            </a:r>
            <a:r>
              <a:rPr sz="1250" spc="-105" dirty="0">
                <a:latin typeface="Dotum"/>
                <a:cs typeface="Dotum"/>
              </a:rPr>
              <a:t> </a:t>
            </a:r>
            <a:r>
              <a:rPr sz="1250" spc="-10" dirty="0">
                <a:latin typeface="Dotum"/>
                <a:cs typeface="Dotum"/>
              </a:rPr>
              <a:t>좋겠습니다</a:t>
            </a:r>
            <a:r>
              <a:rPr sz="1250" spc="-10" dirty="0">
                <a:latin typeface="Arial"/>
                <a:cs typeface="Arial"/>
              </a:rPr>
              <a:t>.</a:t>
            </a:r>
            <a:endParaRPr sz="12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29200" y="4129150"/>
            <a:ext cx="17018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85" dirty="0">
                <a:solidFill>
                  <a:srgbClr val="1D40AF"/>
                </a:solidFill>
                <a:latin typeface="BIZ UDPGothic"/>
                <a:cs typeface="BIZ UDPGothic"/>
              </a:rPr>
              <a:t>"</a:t>
            </a:r>
            <a:endParaRPr sz="2700">
              <a:latin typeface="BIZ UDPGothic"/>
              <a:cs typeface="BIZ UDP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024690" y="4252975"/>
            <a:ext cx="170180" cy="4387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00" spc="-85" dirty="0">
                <a:solidFill>
                  <a:srgbClr val="1D40AF"/>
                </a:solidFill>
                <a:latin typeface="BIZ UDPGothic"/>
                <a:cs typeface="BIZ UDPGothic"/>
              </a:rPr>
              <a:t>"</a:t>
            </a:r>
            <a:endParaRPr sz="2700">
              <a:latin typeface="BIZ UDPGothic"/>
              <a:cs typeface="BIZ UDPGothic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68198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1085850"/>
          </a:xfrm>
          <a:custGeom>
            <a:avLst/>
            <a:gdLst/>
            <a:ahLst/>
            <a:cxnLst/>
            <a:rect l="l" t="t" r="r" b="b"/>
            <a:pathLst>
              <a:path w="76200" h="1085850">
                <a:moveTo>
                  <a:pt x="76199" y="1085849"/>
                </a:moveTo>
                <a:lnTo>
                  <a:pt x="0" y="1085849"/>
                </a:lnTo>
                <a:lnTo>
                  <a:pt x="0" y="0"/>
                </a:lnTo>
                <a:lnTo>
                  <a:pt x="76199" y="0"/>
                </a:lnTo>
                <a:lnTo>
                  <a:pt x="76199" y="10858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5"/>
              </a:spcBef>
            </a:pPr>
            <a:r>
              <a:rPr sz="3150" spc="-155" dirty="0">
                <a:latin typeface="Georgia Pro Cond"/>
                <a:cs typeface="Georgia Pro Cond"/>
              </a:rPr>
              <a:t>4.</a:t>
            </a:r>
            <a:r>
              <a:rPr sz="3150" spc="-30" dirty="0">
                <a:latin typeface="Georgia Pro Cond"/>
                <a:cs typeface="Georgia Pro Cond"/>
              </a:rPr>
              <a:t> </a:t>
            </a:r>
            <a:r>
              <a:rPr spc="-635" dirty="0"/>
              <a:t>스포츠</a:t>
            </a:r>
            <a:r>
              <a:rPr spc="-405" dirty="0"/>
              <a:t> </a:t>
            </a:r>
            <a:r>
              <a:rPr spc="-660" dirty="0"/>
              <a:t>교육에서의 </a:t>
            </a:r>
            <a:r>
              <a:rPr spc="-640" dirty="0"/>
              <a:t>협동학습</a:t>
            </a:r>
            <a:r>
              <a:rPr spc="-400" dirty="0"/>
              <a:t> </a:t>
            </a:r>
            <a:r>
              <a:rPr spc="-655" dirty="0"/>
              <a:t>모형</a:t>
            </a:r>
            <a:endParaRPr sz="3150">
              <a:latin typeface="Georgia Pro Cond"/>
              <a:cs typeface="Georgia Pro Cond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95824" y="857249"/>
            <a:ext cx="6734175" cy="1428750"/>
            <a:chOff x="4695824" y="857249"/>
            <a:chExt cx="6734175" cy="1428750"/>
          </a:xfrm>
        </p:grpSpPr>
        <p:sp>
          <p:nvSpPr>
            <p:cNvPr id="5" name="object 5"/>
            <p:cNvSpPr/>
            <p:nvPr/>
          </p:nvSpPr>
          <p:spPr>
            <a:xfrm>
              <a:off x="4714874" y="857249"/>
              <a:ext cx="6715125" cy="1428750"/>
            </a:xfrm>
            <a:custGeom>
              <a:avLst/>
              <a:gdLst/>
              <a:ahLst/>
              <a:cxnLst/>
              <a:rect l="l" t="t" r="r" b="b"/>
              <a:pathLst>
                <a:path w="6715125" h="1428750">
                  <a:moveTo>
                    <a:pt x="6643927" y="1428749"/>
                  </a:moveTo>
                  <a:lnTo>
                    <a:pt x="53397" y="1428749"/>
                  </a:lnTo>
                  <a:lnTo>
                    <a:pt x="49680" y="1428261"/>
                  </a:lnTo>
                  <a:lnTo>
                    <a:pt x="14085" y="1402893"/>
                  </a:lnTo>
                  <a:lnTo>
                    <a:pt x="365" y="1362508"/>
                  </a:lnTo>
                  <a:lnTo>
                    <a:pt x="0" y="1357553"/>
                  </a:lnTo>
                  <a:lnTo>
                    <a:pt x="0" y="1352549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6643927" y="0"/>
                  </a:lnTo>
                  <a:lnTo>
                    <a:pt x="6685418" y="15621"/>
                  </a:lnTo>
                  <a:lnTo>
                    <a:pt x="6711237" y="51661"/>
                  </a:lnTo>
                  <a:lnTo>
                    <a:pt x="6715123" y="71196"/>
                  </a:lnTo>
                  <a:lnTo>
                    <a:pt x="6715123" y="1357553"/>
                  </a:lnTo>
                  <a:lnTo>
                    <a:pt x="6699501" y="1399044"/>
                  </a:lnTo>
                  <a:lnTo>
                    <a:pt x="6663461" y="1424863"/>
                  </a:lnTo>
                  <a:lnTo>
                    <a:pt x="6648882" y="1428261"/>
                  </a:lnTo>
                  <a:lnTo>
                    <a:pt x="6643927" y="14287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95824" y="857527"/>
              <a:ext cx="70485" cy="1428750"/>
            </a:xfrm>
            <a:custGeom>
              <a:avLst/>
              <a:gdLst/>
              <a:ahLst/>
              <a:cxnLst/>
              <a:rect l="l" t="t" r="r" b="b"/>
              <a:pathLst>
                <a:path w="70485" h="1428750">
                  <a:moveTo>
                    <a:pt x="70449" y="1428194"/>
                  </a:moveTo>
                  <a:lnTo>
                    <a:pt x="33857" y="1415641"/>
                  </a:lnTo>
                  <a:lnTo>
                    <a:pt x="5799" y="1381432"/>
                  </a:lnTo>
                  <a:lnTo>
                    <a:pt x="0" y="135227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352272"/>
                  </a:lnTo>
                  <a:lnTo>
                    <a:pt x="44514" y="1394614"/>
                  </a:lnTo>
                  <a:lnTo>
                    <a:pt x="66287" y="1426538"/>
                  </a:lnTo>
                  <a:lnTo>
                    <a:pt x="70449" y="1428194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86324" y="10096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4" y="523342"/>
                  </a:lnTo>
                  <a:lnTo>
                    <a:pt x="93851" y="497476"/>
                  </a:lnTo>
                  <a:lnTo>
                    <a:pt x="64861" y="467027"/>
                  </a:lnTo>
                  <a:lnTo>
                    <a:pt x="40652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4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7" y="5490"/>
                  </a:lnTo>
                  <a:lnTo>
                    <a:pt x="382015" y="16703"/>
                  </a:lnTo>
                  <a:lnTo>
                    <a:pt x="420451" y="33741"/>
                  </a:lnTo>
                  <a:lnTo>
                    <a:pt x="455970" y="56233"/>
                  </a:lnTo>
                  <a:lnTo>
                    <a:pt x="487805" y="83694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7" y="566009"/>
                  </a:lnTo>
                  <a:lnTo>
                    <a:pt x="299771" y="571156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5874" y="1219199"/>
              <a:ext cx="152399" cy="152399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695824" y="2438399"/>
            <a:ext cx="6734175" cy="1200150"/>
            <a:chOff x="4695824" y="2438399"/>
            <a:chExt cx="6734175" cy="1200150"/>
          </a:xfrm>
        </p:grpSpPr>
        <p:sp>
          <p:nvSpPr>
            <p:cNvPr id="10" name="object 10"/>
            <p:cNvSpPr/>
            <p:nvPr/>
          </p:nvSpPr>
          <p:spPr>
            <a:xfrm>
              <a:off x="4714874" y="2438399"/>
              <a:ext cx="6715125" cy="1200150"/>
            </a:xfrm>
            <a:custGeom>
              <a:avLst/>
              <a:gdLst/>
              <a:ahLst/>
              <a:cxnLst/>
              <a:rect l="l" t="t" r="r" b="b"/>
              <a:pathLst>
                <a:path w="6715125" h="1200150">
                  <a:moveTo>
                    <a:pt x="6643927" y="1200149"/>
                  </a:moveTo>
                  <a:lnTo>
                    <a:pt x="53397" y="1200149"/>
                  </a:lnTo>
                  <a:lnTo>
                    <a:pt x="49680" y="1199661"/>
                  </a:lnTo>
                  <a:lnTo>
                    <a:pt x="14085" y="1174293"/>
                  </a:lnTo>
                  <a:lnTo>
                    <a:pt x="365" y="1133908"/>
                  </a:lnTo>
                  <a:lnTo>
                    <a:pt x="0" y="1128953"/>
                  </a:lnTo>
                  <a:lnTo>
                    <a:pt x="0" y="1123949"/>
                  </a:lnTo>
                  <a:lnTo>
                    <a:pt x="0" y="71196"/>
                  </a:lnTo>
                  <a:lnTo>
                    <a:pt x="11715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6643927" y="0"/>
                  </a:lnTo>
                  <a:lnTo>
                    <a:pt x="6685418" y="15621"/>
                  </a:lnTo>
                  <a:lnTo>
                    <a:pt x="6711237" y="51661"/>
                  </a:lnTo>
                  <a:lnTo>
                    <a:pt x="6715123" y="71196"/>
                  </a:lnTo>
                  <a:lnTo>
                    <a:pt x="6715123" y="1128953"/>
                  </a:lnTo>
                  <a:lnTo>
                    <a:pt x="6699501" y="1170443"/>
                  </a:lnTo>
                  <a:lnTo>
                    <a:pt x="6663461" y="1196263"/>
                  </a:lnTo>
                  <a:lnTo>
                    <a:pt x="6648882" y="1199661"/>
                  </a:lnTo>
                  <a:lnTo>
                    <a:pt x="6643927" y="12001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95824" y="2438677"/>
              <a:ext cx="70485" cy="1200150"/>
            </a:xfrm>
            <a:custGeom>
              <a:avLst/>
              <a:gdLst/>
              <a:ahLst/>
              <a:cxnLst/>
              <a:rect l="l" t="t" r="r" b="b"/>
              <a:pathLst>
                <a:path w="70485" h="1200150">
                  <a:moveTo>
                    <a:pt x="70449" y="1199594"/>
                  </a:moveTo>
                  <a:lnTo>
                    <a:pt x="33857" y="1187041"/>
                  </a:lnTo>
                  <a:lnTo>
                    <a:pt x="5799" y="1152832"/>
                  </a:lnTo>
                  <a:lnTo>
                    <a:pt x="0" y="112367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123672"/>
                  </a:lnTo>
                  <a:lnTo>
                    <a:pt x="44514" y="1166014"/>
                  </a:lnTo>
                  <a:lnTo>
                    <a:pt x="66287" y="1197938"/>
                  </a:lnTo>
                  <a:lnTo>
                    <a:pt x="70449" y="1199594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86324" y="259079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4" y="523341"/>
                  </a:lnTo>
                  <a:lnTo>
                    <a:pt x="93851" y="497476"/>
                  </a:lnTo>
                  <a:lnTo>
                    <a:pt x="64861" y="467027"/>
                  </a:lnTo>
                  <a:lnTo>
                    <a:pt x="40652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8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7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6" y="382016"/>
                  </a:lnTo>
                  <a:lnTo>
                    <a:pt x="537758" y="420451"/>
                  </a:lnTo>
                  <a:lnTo>
                    <a:pt x="515266" y="455971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7" y="566009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76824" y="2800349"/>
              <a:ext cx="190499" cy="1523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0224" y="3276599"/>
              <a:ext cx="152399" cy="15239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695824" y="3790949"/>
            <a:ext cx="6734175" cy="1428750"/>
            <a:chOff x="4695824" y="3790949"/>
            <a:chExt cx="6734175" cy="1428750"/>
          </a:xfrm>
        </p:grpSpPr>
        <p:sp>
          <p:nvSpPr>
            <p:cNvPr id="16" name="object 16"/>
            <p:cNvSpPr/>
            <p:nvPr/>
          </p:nvSpPr>
          <p:spPr>
            <a:xfrm>
              <a:off x="4714874" y="3790949"/>
              <a:ext cx="6715125" cy="1428750"/>
            </a:xfrm>
            <a:custGeom>
              <a:avLst/>
              <a:gdLst/>
              <a:ahLst/>
              <a:cxnLst/>
              <a:rect l="l" t="t" r="r" b="b"/>
              <a:pathLst>
                <a:path w="6715125" h="1428750">
                  <a:moveTo>
                    <a:pt x="6643927" y="1428749"/>
                  </a:moveTo>
                  <a:lnTo>
                    <a:pt x="53397" y="1428749"/>
                  </a:lnTo>
                  <a:lnTo>
                    <a:pt x="49680" y="1428261"/>
                  </a:lnTo>
                  <a:lnTo>
                    <a:pt x="14085" y="1402892"/>
                  </a:lnTo>
                  <a:lnTo>
                    <a:pt x="365" y="1362508"/>
                  </a:lnTo>
                  <a:lnTo>
                    <a:pt x="0" y="1357553"/>
                  </a:lnTo>
                  <a:lnTo>
                    <a:pt x="0" y="1352549"/>
                  </a:lnTo>
                  <a:lnTo>
                    <a:pt x="0" y="71196"/>
                  </a:lnTo>
                  <a:lnTo>
                    <a:pt x="11715" y="29704"/>
                  </a:lnTo>
                  <a:lnTo>
                    <a:pt x="42319" y="2439"/>
                  </a:lnTo>
                  <a:lnTo>
                    <a:pt x="53397" y="0"/>
                  </a:lnTo>
                  <a:lnTo>
                    <a:pt x="6643927" y="0"/>
                  </a:lnTo>
                  <a:lnTo>
                    <a:pt x="6685418" y="15621"/>
                  </a:lnTo>
                  <a:lnTo>
                    <a:pt x="6711237" y="51661"/>
                  </a:lnTo>
                  <a:lnTo>
                    <a:pt x="6715123" y="71196"/>
                  </a:lnTo>
                  <a:lnTo>
                    <a:pt x="6715123" y="1357553"/>
                  </a:lnTo>
                  <a:lnTo>
                    <a:pt x="6699501" y="1399043"/>
                  </a:lnTo>
                  <a:lnTo>
                    <a:pt x="6663461" y="1424863"/>
                  </a:lnTo>
                  <a:lnTo>
                    <a:pt x="6648882" y="1428261"/>
                  </a:lnTo>
                  <a:lnTo>
                    <a:pt x="6643927" y="14287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95824" y="3791227"/>
              <a:ext cx="70485" cy="1428750"/>
            </a:xfrm>
            <a:custGeom>
              <a:avLst/>
              <a:gdLst/>
              <a:ahLst/>
              <a:cxnLst/>
              <a:rect l="l" t="t" r="r" b="b"/>
              <a:pathLst>
                <a:path w="70485" h="1428750">
                  <a:moveTo>
                    <a:pt x="70449" y="1428194"/>
                  </a:moveTo>
                  <a:lnTo>
                    <a:pt x="33857" y="1415641"/>
                  </a:lnTo>
                  <a:lnTo>
                    <a:pt x="5799" y="1381432"/>
                  </a:lnTo>
                  <a:lnTo>
                    <a:pt x="0" y="135227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352272"/>
                  </a:lnTo>
                  <a:lnTo>
                    <a:pt x="44514" y="1394614"/>
                  </a:lnTo>
                  <a:lnTo>
                    <a:pt x="66287" y="1426538"/>
                  </a:lnTo>
                  <a:lnTo>
                    <a:pt x="70449" y="1428194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86324" y="394334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1" y="568407"/>
                  </a:lnTo>
                  <a:lnTo>
                    <a:pt x="202800" y="559195"/>
                  </a:lnTo>
                  <a:lnTo>
                    <a:pt x="163575" y="544064"/>
                  </a:lnTo>
                  <a:lnTo>
                    <a:pt x="126994" y="523341"/>
                  </a:lnTo>
                  <a:lnTo>
                    <a:pt x="93851" y="497476"/>
                  </a:lnTo>
                  <a:lnTo>
                    <a:pt x="64861" y="467027"/>
                  </a:lnTo>
                  <a:lnTo>
                    <a:pt x="40652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9"/>
                  </a:lnTo>
                  <a:lnTo>
                    <a:pt x="5490" y="230002"/>
                  </a:lnTo>
                  <a:lnTo>
                    <a:pt x="16703" y="189483"/>
                  </a:lnTo>
                  <a:lnTo>
                    <a:pt x="33740" y="151047"/>
                  </a:lnTo>
                  <a:lnTo>
                    <a:pt x="56232" y="115528"/>
                  </a:lnTo>
                  <a:lnTo>
                    <a:pt x="83693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7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5" y="83693"/>
                  </a:lnTo>
                  <a:lnTo>
                    <a:pt x="515266" y="115528"/>
                  </a:lnTo>
                  <a:lnTo>
                    <a:pt x="537758" y="151048"/>
                  </a:lnTo>
                  <a:lnTo>
                    <a:pt x="554796" y="189483"/>
                  </a:lnTo>
                  <a:lnTo>
                    <a:pt x="566008" y="230002"/>
                  </a:lnTo>
                  <a:lnTo>
                    <a:pt x="571156" y="271729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6" y="382015"/>
                  </a:lnTo>
                  <a:lnTo>
                    <a:pt x="537758" y="420450"/>
                  </a:lnTo>
                  <a:lnTo>
                    <a:pt x="515266" y="455970"/>
                  </a:lnTo>
                  <a:lnTo>
                    <a:pt x="487805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7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5874" y="4152899"/>
              <a:ext cx="152399" cy="1523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0224" y="4857749"/>
              <a:ext cx="152399" cy="15239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600650" y="1000760"/>
            <a:ext cx="188468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스포츠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에듀케이션</a:t>
            </a:r>
            <a:r>
              <a:rPr sz="1700" b="1" spc="-17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모델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00650" y="1345717"/>
            <a:ext cx="558546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학생들이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단순한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참여자를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넘어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스포츠와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관련된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다양한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역할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경험을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통해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스포츠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문화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310" dirty="0">
                <a:solidFill>
                  <a:srgbClr val="374050"/>
                </a:solidFill>
                <a:latin typeface="Dotum"/>
                <a:cs typeface="Dotum"/>
              </a:rPr>
              <a:t>전</a:t>
            </a:r>
            <a:r>
              <a:rPr sz="1350" spc="5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체를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학습하는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모형</a:t>
            </a:r>
            <a:endParaRPr sz="1350">
              <a:latin typeface="Dotum"/>
              <a:cs typeface="Dotum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10224" y="1924050"/>
            <a:ext cx="152399" cy="15239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040163" y="1901063"/>
            <a:ext cx="6145530" cy="3699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0137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시즌제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운영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다양한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역할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경험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팀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소속감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형성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축제적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마무리</a:t>
            </a:r>
            <a:endParaRPr sz="1350">
              <a:latin typeface="Dotum"/>
              <a:cs typeface="Dotum"/>
            </a:endParaRPr>
          </a:p>
          <a:p>
            <a:pPr>
              <a:lnSpc>
                <a:spcPct val="100000"/>
              </a:lnSpc>
            </a:pPr>
            <a:endParaRPr sz="12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200">
              <a:latin typeface="Dotum"/>
              <a:cs typeface="Dotum"/>
            </a:endParaRPr>
          </a:p>
          <a:p>
            <a:pPr marL="572770">
              <a:lnSpc>
                <a:spcPct val="100000"/>
              </a:lnSpc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동료</a:t>
            </a:r>
            <a:r>
              <a:rPr sz="1700" b="1" spc="-18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교수법</a:t>
            </a:r>
            <a:endParaRPr sz="1700">
              <a:latin typeface="Malgun Gothic"/>
              <a:cs typeface="Malgun Gothic"/>
            </a:endParaRPr>
          </a:p>
          <a:p>
            <a:pPr marL="801370" marR="974090" indent="-228600">
              <a:lnSpc>
                <a:spcPct val="148100"/>
              </a:lnSpc>
              <a:spcBef>
                <a:spcPts val="80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학생들이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서로를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가르치고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배우는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과정에서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더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깊은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학습이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일어나는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방법</a:t>
            </a:r>
            <a:r>
              <a:rPr sz="1350" spc="5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효과적인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짝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구성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교수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기술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훈련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역할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교체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피드백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제공</a:t>
            </a:r>
            <a:endParaRPr sz="1350">
              <a:latin typeface="Dotum"/>
              <a:cs typeface="Dotum"/>
            </a:endParaRPr>
          </a:p>
          <a:p>
            <a:pPr>
              <a:lnSpc>
                <a:spcPct val="100000"/>
              </a:lnSpc>
            </a:pPr>
            <a:endParaRPr sz="120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200">
              <a:latin typeface="Dotum"/>
              <a:cs typeface="Dotum"/>
            </a:endParaRPr>
          </a:p>
          <a:p>
            <a:pPr marL="572770">
              <a:lnSpc>
                <a:spcPct val="100000"/>
              </a:lnSpc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협력적</a:t>
            </a:r>
            <a:r>
              <a:rPr sz="1700" b="1" spc="-18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기능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학습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모델</a:t>
            </a:r>
            <a:endParaRPr sz="1700">
              <a:latin typeface="Malgun Gothic"/>
              <a:cs typeface="Malgun Gothic"/>
            </a:endParaRPr>
          </a:p>
          <a:p>
            <a:pPr marL="572770" marR="5080">
              <a:lnSpc>
                <a:spcPct val="111100"/>
              </a:lnSpc>
              <a:spcBef>
                <a:spcPts val="680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복잡한</a:t>
            </a:r>
            <a:r>
              <a:rPr sz="1350" spc="-11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운동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기능을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여러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단계로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나누어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팀원들이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각각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다른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단계를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담당하며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전체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기능을</a:t>
            </a:r>
            <a:r>
              <a:rPr sz="1350" spc="5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완성하는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방법</a:t>
            </a:r>
            <a:endParaRPr sz="1350">
              <a:latin typeface="Dotum"/>
              <a:cs typeface="Dotum"/>
            </a:endParaRPr>
          </a:p>
          <a:p>
            <a:pPr marL="801370">
              <a:lnSpc>
                <a:spcPct val="100000"/>
              </a:lnSpc>
              <a:spcBef>
                <a:spcPts val="780"/>
              </a:spcBef>
            </a:pPr>
            <a:r>
              <a:rPr sz="1350" spc="-160" dirty="0">
                <a:latin typeface="Dotum"/>
                <a:cs typeface="Dotum"/>
              </a:rPr>
              <a:t>예</a:t>
            </a:r>
            <a:r>
              <a:rPr sz="1350" spc="-160" dirty="0">
                <a:latin typeface="Microsoft Sans Serif"/>
                <a:cs typeface="Microsoft Sans Serif"/>
              </a:rPr>
              <a:t>:</a:t>
            </a:r>
            <a:r>
              <a:rPr sz="1350" spc="-15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농구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패스트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브레이크에서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각자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20" dirty="0">
                <a:latin typeface="Dotum"/>
                <a:cs typeface="Dotum"/>
              </a:rPr>
              <a:t>리바운드</a:t>
            </a:r>
            <a:r>
              <a:rPr sz="1350" spc="-220" dirty="0">
                <a:latin typeface="Microsoft Sans Serif"/>
                <a:cs typeface="Microsoft Sans Serif"/>
              </a:rPr>
              <a:t>,</a:t>
            </a:r>
            <a:r>
              <a:rPr sz="1350" spc="-15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패스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연결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마무리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슛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담당</a:t>
            </a:r>
            <a:endParaRPr sz="135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12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각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모형은</a:t>
            </a:r>
            <a:r>
              <a:rPr sz="1350" spc="-110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협동학습의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핵심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요소를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다양한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방식으로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구현하며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교육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상황에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맞게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선택적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1D40AF"/>
                </a:solidFill>
                <a:latin typeface="Dotum"/>
                <a:cs typeface="Dotum"/>
              </a:rPr>
              <a:t>적용</a:t>
            </a:r>
            <a:r>
              <a:rPr sz="1350" spc="-105" dirty="0">
                <a:solidFill>
                  <a:srgbClr val="1D40AF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1D40AF"/>
                </a:solidFill>
                <a:latin typeface="Dotum"/>
                <a:cs typeface="Dotum"/>
              </a:rPr>
              <a:t>가능</a:t>
            </a:r>
            <a:endParaRPr sz="1350">
              <a:latin typeface="Dotum"/>
              <a:cs typeface="Dotum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66800" y="2171700"/>
            <a:ext cx="714375" cy="570865"/>
          </a:xfrm>
          <a:custGeom>
            <a:avLst/>
            <a:gdLst/>
            <a:ahLst/>
            <a:cxnLst/>
            <a:rect l="l" t="t" r="r" b="b"/>
            <a:pathLst>
              <a:path w="714375" h="570864">
                <a:moveTo>
                  <a:pt x="166597" y="178593"/>
                </a:moveTo>
                <a:lnTo>
                  <a:pt x="154871" y="178593"/>
                </a:lnTo>
                <a:lnTo>
                  <a:pt x="149064" y="178021"/>
                </a:lnTo>
                <a:lnTo>
                  <a:pt x="106248" y="160286"/>
                </a:lnTo>
                <a:lnTo>
                  <a:pt x="80478" y="128886"/>
                </a:lnTo>
                <a:lnTo>
                  <a:pt x="71437" y="95160"/>
                </a:lnTo>
                <a:lnTo>
                  <a:pt x="71437" y="83433"/>
                </a:lnTo>
                <a:lnTo>
                  <a:pt x="83229" y="44561"/>
                </a:lnTo>
                <a:lnTo>
                  <a:pt x="115998" y="11791"/>
                </a:lnTo>
                <a:lnTo>
                  <a:pt x="154871" y="0"/>
                </a:lnTo>
                <a:lnTo>
                  <a:pt x="166597" y="0"/>
                </a:lnTo>
                <a:lnTo>
                  <a:pt x="205469" y="11791"/>
                </a:lnTo>
                <a:lnTo>
                  <a:pt x="238239" y="44561"/>
                </a:lnTo>
                <a:lnTo>
                  <a:pt x="250031" y="83433"/>
                </a:lnTo>
                <a:lnTo>
                  <a:pt x="250031" y="95160"/>
                </a:lnTo>
                <a:lnTo>
                  <a:pt x="238239" y="134032"/>
                </a:lnTo>
                <a:lnTo>
                  <a:pt x="205469" y="166801"/>
                </a:lnTo>
                <a:lnTo>
                  <a:pt x="166597" y="178593"/>
                </a:lnTo>
                <a:close/>
              </a:path>
              <a:path w="714375" h="570864">
                <a:moveTo>
                  <a:pt x="577363" y="178593"/>
                </a:moveTo>
                <a:lnTo>
                  <a:pt x="565636" y="178593"/>
                </a:lnTo>
                <a:lnTo>
                  <a:pt x="559829" y="178021"/>
                </a:lnTo>
                <a:lnTo>
                  <a:pt x="517014" y="160286"/>
                </a:lnTo>
                <a:lnTo>
                  <a:pt x="491244" y="128886"/>
                </a:lnTo>
                <a:lnTo>
                  <a:pt x="482203" y="95160"/>
                </a:lnTo>
                <a:lnTo>
                  <a:pt x="482203" y="83433"/>
                </a:lnTo>
                <a:lnTo>
                  <a:pt x="493994" y="44561"/>
                </a:lnTo>
                <a:lnTo>
                  <a:pt x="526764" y="11791"/>
                </a:lnTo>
                <a:lnTo>
                  <a:pt x="565636" y="0"/>
                </a:lnTo>
                <a:lnTo>
                  <a:pt x="577363" y="0"/>
                </a:lnTo>
                <a:lnTo>
                  <a:pt x="616235" y="11791"/>
                </a:lnTo>
                <a:lnTo>
                  <a:pt x="649005" y="44561"/>
                </a:lnTo>
                <a:lnTo>
                  <a:pt x="660796" y="83433"/>
                </a:lnTo>
                <a:lnTo>
                  <a:pt x="660796" y="95160"/>
                </a:lnTo>
                <a:lnTo>
                  <a:pt x="649005" y="134032"/>
                </a:lnTo>
                <a:lnTo>
                  <a:pt x="616235" y="166801"/>
                </a:lnTo>
                <a:lnTo>
                  <a:pt x="577363" y="178593"/>
                </a:lnTo>
                <a:close/>
              </a:path>
              <a:path w="714375" h="570864">
                <a:moveTo>
                  <a:pt x="357187" y="356235"/>
                </a:moveTo>
                <a:lnTo>
                  <a:pt x="315486" y="348615"/>
                </a:lnTo>
                <a:lnTo>
                  <a:pt x="281424" y="325755"/>
                </a:lnTo>
                <a:lnTo>
                  <a:pt x="258455" y="291465"/>
                </a:lnTo>
                <a:lnTo>
                  <a:pt x="250031" y="249555"/>
                </a:lnTo>
                <a:lnTo>
                  <a:pt x="258455" y="207645"/>
                </a:lnTo>
                <a:lnTo>
                  <a:pt x="281424" y="173355"/>
                </a:lnTo>
                <a:lnTo>
                  <a:pt x="315486" y="150495"/>
                </a:lnTo>
                <a:lnTo>
                  <a:pt x="357187" y="142875"/>
                </a:lnTo>
                <a:lnTo>
                  <a:pt x="398888" y="150495"/>
                </a:lnTo>
                <a:lnTo>
                  <a:pt x="432950" y="173355"/>
                </a:lnTo>
                <a:lnTo>
                  <a:pt x="455919" y="207645"/>
                </a:lnTo>
                <a:lnTo>
                  <a:pt x="464343" y="249555"/>
                </a:lnTo>
                <a:lnTo>
                  <a:pt x="463117" y="266065"/>
                </a:lnTo>
                <a:lnTo>
                  <a:pt x="459558" y="281305"/>
                </a:lnTo>
                <a:lnTo>
                  <a:pt x="453842" y="295275"/>
                </a:lnTo>
                <a:lnTo>
                  <a:pt x="446149" y="309245"/>
                </a:lnTo>
                <a:lnTo>
                  <a:pt x="442466" y="311785"/>
                </a:lnTo>
                <a:lnTo>
                  <a:pt x="439117" y="314325"/>
                </a:lnTo>
                <a:lnTo>
                  <a:pt x="432978" y="321945"/>
                </a:lnTo>
                <a:lnTo>
                  <a:pt x="429964" y="327025"/>
                </a:lnTo>
                <a:lnTo>
                  <a:pt x="427173" y="330835"/>
                </a:lnTo>
                <a:lnTo>
                  <a:pt x="412094" y="340995"/>
                </a:lnTo>
                <a:lnTo>
                  <a:pt x="395194" y="349885"/>
                </a:lnTo>
                <a:lnTo>
                  <a:pt x="376787" y="354965"/>
                </a:lnTo>
                <a:lnTo>
                  <a:pt x="357187" y="356235"/>
                </a:lnTo>
                <a:close/>
              </a:path>
              <a:path w="714375" h="570864">
                <a:moveTo>
                  <a:pt x="262756" y="356235"/>
                </a:moveTo>
                <a:lnTo>
                  <a:pt x="23775" y="356235"/>
                </a:lnTo>
                <a:lnTo>
                  <a:pt x="14550" y="354965"/>
                </a:lnTo>
                <a:lnTo>
                  <a:pt x="6990" y="349885"/>
                </a:lnTo>
                <a:lnTo>
                  <a:pt x="1878" y="342265"/>
                </a:lnTo>
                <a:lnTo>
                  <a:pt x="0" y="333375"/>
                </a:lnTo>
                <a:lnTo>
                  <a:pt x="9363" y="286385"/>
                </a:lnTo>
                <a:lnTo>
                  <a:pt x="34895" y="248285"/>
                </a:lnTo>
                <a:lnTo>
                  <a:pt x="72754" y="222885"/>
                </a:lnTo>
                <a:lnTo>
                  <a:pt x="119099" y="213995"/>
                </a:lnTo>
                <a:lnTo>
                  <a:pt x="179893" y="213995"/>
                </a:lnTo>
                <a:lnTo>
                  <a:pt x="192616" y="216535"/>
                </a:lnTo>
                <a:lnTo>
                  <a:pt x="204857" y="220345"/>
                </a:lnTo>
                <a:lnTo>
                  <a:pt x="216544" y="224155"/>
                </a:lnTo>
                <a:lnTo>
                  <a:pt x="215205" y="233045"/>
                </a:lnTo>
                <a:lnTo>
                  <a:pt x="214424" y="240665"/>
                </a:lnTo>
                <a:lnTo>
                  <a:pt x="214424" y="249555"/>
                </a:lnTo>
                <a:lnTo>
                  <a:pt x="217800" y="280035"/>
                </a:lnTo>
                <a:lnTo>
                  <a:pt x="227455" y="309245"/>
                </a:lnTo>
                <a:lnTo>
                  <a:pt x="242678" y="334645"/>
                </a:lnTo>
                <a:lnTo>
                  <a:pt x="262756" y="356235"/>
                </a:lnTo>
                <a:close/>
              </a:path>
              <a:path w="714375" h="570864">
                <a:moveTo>
                  <a:pt x="500062" y="309245"/>
                </a:moveTo>
                <a:lnTo>
                  <a:pt x="497160" y="307975"/>
                </a:lnTo>
                <a:lnTo>
                  <a:pt x="494704" y="306705"/>
                </a:lnTo>
                <a:lnTo>
                  <a:pt x="492025" y="305435"/>
                </a:lnTo>
                <a:lnTo>
                  <a:pt x="489235" y="304165"/>
                </a:lnTo>
                <a:lnTo>
                  <a:pt x="493846" y="291465"/>
                </a:lnTo>
                <a:lnTo>
                  <a:pt x="497244" y="277495"/>
                </a:lnTo>
                <a:lnTo>
                  <a:pt x="499343" y="263525"/>
                </a:lnTo>
                <a:lnTo>
                  <a:pt x="500062" y="249555"/>
                </a:lnTo>
                <a:lnTo>
                  <a:pt x="500062" y="240665"/>
                </a:lnTo>
                <a:lnTo>
                  <a:pt x="499392" y="233045"/>
                </a:lnTo>
                <a:lnTo>
                  <a:pt x="497941" y="224155"/>
                </a:lnTo>
                <a:lnTo>
                  <a:pt x="509628" y="220345"/>
                </a:lnTo>
                <a:lnTo>
                  <a:pt x="521870" y="216535"/>
                </a:lnTo>
                <a:lnTo>
                  <a:pt x="534593" y="213995"/>
                </a:lnTo>
                <a:lnTo>
                  <a:pt x="595275" y="213995"/>
                </a:lnTo>
                <a:lnTo>
                  <a:pt x="640661" y="222885"/>
                </a:lnTo>
                <a:lnTo>
                  <a:pt x="678000" y="247015"/>
                </a:lnTo>
                <a:lnTo>
                  <a:pt x="682435" y="253365"/>
                </a:lnTo>
                <a:lnTo>
                  <a:pt x="571500" y="253365"/>
                </a:lnTo>
                <a:lnTo>
                  <a:pt x="564657" y="254635"/>
                </a:lnTo>
                <a:lnTo>
                  <a:pt x="551141" y="254635"/>
                </a:lnTo>
                <a:lnTo>
                  <a:pt x="544487" y="255905"/>
                </a:lnTo>
                <a:lnTo>
                  <a:pt x="527648" y="262255"/>
                </a:lnTo>
                <a:lnTo>
                  <a:pt x="515089" y="273685"/>
                </a:lnTo>
                <a:lnTo>
                  <a:pt x="507239" y="287655"/>
                </a:lnTo>
                <a:lnTo>
                  <a:pt x="504527" y="304165"/>
                </a:lnTo>
                <a:lnTo>
                  <a:pt x="504527" y="306705"/>
                </a:lnTo>
                <a:lnTo>
                  <a:pt x="502964" y="307975"/>
                </a:lnTo>
                <a:lnTo>
                  <a:pt x="500062" y="309245"/>
                </a:lnTo>
                <a:close/>
              </a:path>
              <a:path w="714375" h="570864">
                <a:moveTo>
                  <a:pt x="642937" y="309245"/>
                </a:moveTo>
                <a:lnTo>
                  <a:pt x="641486" y="307975"/>
                </a:lnTo>
                <a:lnTo>
                  <a:pt x="639923" y="307975"/>
                </a:lnTo>
                <a:lnTo>
                  <a:pt x="638472" y="306705"/>
                </a:lnTo>
                <a:lnTo>
                  <a:pt x="638472" y="304165"/>
                </a:lnTo>
                <a:lnTo>
                  <a:pt x="635760" y="287655"/>
                </a:lnTo>
                <a:lnTo>
                  <a:pt x="627910" y="273685"/>
                </a:lnTo>
                <a:lnTo>
                  <a:pt x="615351" y="262255"/>
                </a:lnTo>
                <a:lnTo>
                  <a:pt x="598512" y="255905"/>
                </a:lnTo>
                <a:lnTo>
                  <a:pt x="591858" y="254635"/>
                </a:lnTo>
                <a:lnTo>
                  <a:pt x="585131" y="254635"/>
                </a:lnTo>
                <a:lnTo>
                  <a:pt x="578342" y="253365"/>
                </a:lnTo>
                <a:lnTo>
                  <a:pt x="682435" y="253365"/>
                </a:lnTo>
                <a:lnTo>
                  <a:pt x="703723" y="283845"/>
                </a:lnTo>
                <a:lnTo>
                  <a:pt x="707939" y="301625"/>
                </a:lnTo>
                <a:lnTo>
                  <a:pt x="661061" y="301625"/>
                </a:lnTo>
                <a:lnTo>
                  <a:pt x="645839" y="307975"/>
                </a:lnTo>
                <a:lnTo>
                  <a:pt x="642937" y="309245"/>
                </a:lnTo>
                <a:close/>
              </a:path>
              <a:path w="714375" h="570864">
                <a:moveTo>
                  <a:pt x="641597" y="340995"/>
                </a:moveTo>
                <a:lnTo>
                  <a:pt x="501178" y="340995"/>
                </a:lnTo>
                <a:lnTo>
                  <a:pt x="509647" y="338455"/>
                </a:lnTo>
                <a:lnTo>
                  <a:pt x="517698" y="334645"/>
                </a:lnTo>
                <a:lnTo>
                  <a:pt x="524838" y="329565"/>
                </a:lnTo>
                <a:lnTo>
                  <a:pt x="530535" y="323215"/>
                </a:lnTo>
                <a:lnTo>
                  <a:pt x="534305" y="315595"/>
                </a:lnTo>
                <a:lnTo>
                  <a:pt x="535669" y="306705"/>
                </a:lnTo>
                <a:lnTo>
                  <a:pt x="535669" y="295275"/>
                </a:lnTo>
                <a:lnTo>
                  <a:pt x="541139" y="287655"/>
                </a:lnTo>
                <a:lnTo>
                  <a:pt x="556431" y="285115"/>
                </a:lnTo>
                <a:lnTo>
                  <a:pt x="586345" y="285115"/>
                </a:lnTo>
                <a:lnTo>
                  <a:pt x="601637" y="287655"/>
                </a:lnTo>
                <a:lnTo>
                  <a:pt x="607107" y="295275"/>
                </a:lnTo>
                <a:lnTo>
                  <a:pt x="607107" y="306705"/>
                </a:lnTo>
                <a:lnTo>
                  <a:pt x="608470" y="315595"/>
                </a:lnTo>
                <a:lnTo>
                  <a:pt x="612241" y="323215"/>
                </a:lnTo>
                <a:lnTo>
                  <a:pt x="617937" y="329565"/>
                </a:lnTo>
                <a:lnTo>
                  <a:pt x="625078" y="334645"/>
                </a:lnTo>
                <a:lnTo>
                  <a:pt x="633128" y="338455"/>
                </a:lnTo>
                <a:lnTo>
                  <a:pt x="641597" y="340995"/>
                </a:lnTo>
                <a:close/>
              </a:path>
              <a:path w="714375" h="570864">
                <a:moveTo>
                  <a:pt x="714263" y="328295"/>
                </a:moveTo>
                <a:lnTo>
                  <a:pt x="709463" y="321945"/>
                </a:lnTo>
                <a:lnTo>
                  <a:pt x="706896" y="318135"/>
                </a:lnTo>
                <a:lnTo>
                  <a:pt x="693306" y="306705"/>
                </a:lnTo>
                <a:lnTo>
                  <a:pt x="677456" y="301625"/>
                </a:lnTo>
                <a:lnTo>
                  <a:pt x="707939" y="301625"/>
                </a:lnTo>
                <a:lnTo>
                  <a:pt x="714263" y="328295"/>
                </a:lnTo>
                <a:close/>
              </a:path>
              <a:path w="714375" h="570864">
                <a:moveTo>
                  <a:pt x="474278" y="525145"/>
                </a:moveTo>
                <a:lnTo>
                  <a:pt x="446149" y="497205"/>
                </a:lnTo>
                <a:lnTo>
                  <a:pt x="443024" y="490855"/>
                </a:lnTo>
                <a:lnTo>
                  <a:pt x="440233" y="485775"/>
                </a:lnTo>
                <a:lnTo>
                  <a:pt x="437889" y="479425"/>
                </a:lnTo>
                <a:lnTo>
                  <a:pt x="434875" y="471805"/>
                </a:lnTo>
                <a:lnTo>
                  <a:pt x="438447" y="462915"/>
                </a:lnTo>
                <a:lnTo>
                  <a:pt x="464120" y="427355"/>
                </a:lnTo>
                <a:lnTo>
                  <a:pt x="463175" y="419735"/>
                </a:lnTo>
                <a:lnTo>
                  <a:pt x="460325" y="410845"/>
                </a:lnTo>
                <a:lnTo>
                  <a:pt x="455550" y="403225"/>
                </a:lnTo>
                <a:lnTo>
                  <a:pt x="448828" y="398145"/>
                </a:lnTo>
                <a:lnTo>
                  <a:pt x="445591" y="396875"/>
                </a:lnTo>
                <a:lnTo>
                  <a:pt x="438559" y="393065"/>
                </a:lnTo>
                <a:lnTo>
                  <a:pt x="448828" y="354965"/>
                </a:lnTo>
                <a:lnTo>
                  <a:pt x="452288" y="348615"/>
                </a:lnTo>
                <a:lnTo>
                  <a:pt x="456083" y="343535"/>
                </a:lnTo>
                <a:lnTo>
                  <a:pt x="465348" y="332105"/>
                </a:lnTo>
                <a:lnTo>
                  <a:pt x="474389" y="330835"/>
                </a:lnTo>
                <a:lnTo>
                  <a:pt x="481421" y="334645"/>
                </a:lnTo>
                <a:lnTo>
                  <a:pt x="484658" y="337185"/>
                </a:lnTo>
                <a:lnTo>
                  <a:pt x="492709" y="339725"/>
                </a:lnTo>
                <a:lnTo>
                  <a:pt x="501178" y="340995"/>
                </a:lnTo>
                <a:lnTo>
                  <a:pt x="684634" y="340995"/>
                </a:lnTo>
                <a:lnTo>
                  <a:pt x="686692" y="343535"/>
                </a:lnTo>
                <a:lnTo>
                  <a:pt x="690488" y="348615"/>
                </a:lnTo>
                <a:lnTo>
                  <a:pt x="693948" y="353695"/>
                </a:lnTo>
                <a:lnTo>
                  <a:pt x="696515" y="358775"/>
                </a:lnTo>
                <a:lnTo>
                  <a:pt x="699641" y="363855"/>
                </a:lnTo>
                <a:lnTo>
                  <a:pt x="702431" y="370205"/>
                </a:lnTo>
                <a:lnTo>
                  <a:pt x="704775" y="376555"/>
                </a:lnTo>
                <a:lnTo>
                  <a:pt x="707287" y="382905"/>
                </a:lnTo>
                <a:lnTo>
                  <a:pt x="565579" y="382905"/>
                </a:lnTo>
                <a:lnTo>
                  <a:pt x="559883" y="384175"/>
                </a:lnTo>
                <a:lnTo>
                  <a:pt x="527984" y="415925"/>
                </a:lnTo>
                <a:lnTo>
                  <a:pt x="526851" y="422275"/>
                </a:lnTo>
                <a:lnTo>
                  <a:pt x="526851" y="433705"/>
                </a:lnTo>
                <a:lnTo>
                  <a:pt x="548943" y="466725"/>
                </a:lnTo>
                <a:lnTo>
                  <a:pt x="565579" y="473075"/>
                </a:lnTo>
                <a:lnTo>
                  <a:pt x="707089" y="473075"/>
                </a:lnTo>
                <a:lnTo>
                  <a:pt x="702319" y="485775"/>
                </a:lnTo>
                <a:lnTo>
                  <a:pt x="699529" y="490855"/>
                </a:lnTo>
                <a:lnTo>
                  <a:pt x="696403" y="497205"/>
                </a:lnTo>
                <a:lnTo>
                  <a:pt x="693725" y="501015"/>
                </a:lnTo>
                <a:lnTo>
                  <a:pt x="690376" y="507365"/>
                </a:lnTo>
                <a:lnTo>
                  <a:pt x="686581" y="512445"/>
                </a:lnTo>
                <a:lnTo>
                  <a:pt x="684522" y="514985"/>
                </a:lnTo>
                <a:lnTo>
                  <a:pt x="501067" y="514985"/>
                </a:lnTo>
                <a:lnTo>
                  <a:pt x="492597" y="516255"/>
                </a:lnTo>
                <a:lnTo>
                  <a:pt x="484547" y="518795"/>
                </a:lnTo>
                <a:lnTo>
                  <a:pt x="474278" y="525145"/>
                </a:lnTo>
                <a:close/>
              </a:path>
              <a:path w="714375" h="570864">
                <a:moveTo>
                  <a:pt x="684634" y="340995"/>
                </a:moveTo>
                <a:lnTo>
                  <a:pt x="641597" y="340995"/>
                </a:lnTo>
                <a:lnTo>
                  <a:pt x="650067" y="339725"/>
                </a:lnTo>
                <a:lnTo>
                  <a:pt x="658117" y="337185"/>
                </a:lnTo>
                <a:lnTo>
                  <a:pt x="668387" y="330835"/>
                </a:lnTo>
                <a:lnTo>
                  <a:pt x="677428" y="332105"/>
                </a:lnTo>
                <a:lnTo>
                  <a:pt x="684634" y="340995"/>
                </a:lnTo>
                <a:close/>
              </a:path>
              <a:path w="714375" h="570864">
                <a:moveTo>
                  <a:pt x="707089" y="473075"/>
                </a:moveTo>
                <a:lnTo>
                  <a:pt x="577420" y="473075"/>
                </a:lnTo>
                <a:lnTo>
                  <a:pt x="583116" y="471805"/>
                </a:lnTo>
                <a:lnTo>
                  <a:pt x="594056" y="466725"/>
                </a:lnTo>
                <a:lnTo>
                  <a:pt x="616148" y="433705"/>
                </a:lnTo>
                <a:lnTo>
                  <a:pt x="616148" y="422275"/>
                </a:lnTo>
                <a:lnTo>
                  <a:pt x="594056" y="389255"/>
                </a:lnTo>
                <a:lnTo>
                  <a:pt x="577420" y="382905"/>
                </a:lnTo>
                <a:lnTo>
                  <a:pt x="707287" y="382905"/>
                </a:lnTo>
                <a:lnTo>
                  <a:pt x="707789" y="384175"/>
                </a:lnTo>
                <a:lnTo>
                  <a:pt x="704217" y="393065"/>
                </a:lnTo>
                <a:lnTo>
                  <a:pt x="697185" y="396875"/>
                </a:lnTo>
                <a:lnTo>
                  <a:pt x="693725" y="398145"/>
                </a:lnTo>
                <a:lnTo>
                  <a:pt x="687003" y="403225"/>
                </a:lnTo>
                <a:lnTo>
                  <a:pt x="682228" y="410845"/>
                </a:lnTo>
                <a:lnTo>
                  <a:pt x="679378" y="418465"/>
                </a:lnTo>
                <a:lnTo>
                  <a:pt x="678433" y="427355"/>
                </a:lnTo>
                <a:lnTo>
                  <a:pt x="679378" y="436245"/>
                </a:lnTo>
                <a:lnTo>
                  <a:pt x="682228" y="445135"/>
                </a:lnTo>
                <a:lnTo>
                  <a:pt x="687003" y="451485"/>
                </a:lnTo>
                <a:lnTo>
                  <a:pt x="693725" y="457835"/>
                </a:lnTo>
                <a:lnTo>
                  <a:pt x="704105" y="462915"/>
                </a:lnTo>
                <a:lnTo>
                  <a:pt x="707566" y="471805"/>
                </a:lnTo>
                <a:lnTo>
                  <a:pt x="707089" y="473075"/>
                </a:lnTo>
                <a:close/>
              </a:path>
              <a:path w="714375" h="570864">
                <a:moveTo>
                  <a:pt x="508099" y="570865"/>
                </a:moveTo>
                <a:lnTo>
                  <a:pt x="172677" y="570865"/>
                </a:lnTo>
                <a:lnTo>
                  <a:pt x="161051" y="568325"/>
                </a:lnTo>
                <a:lnTo>
                  <a:pt x="151581" y="561975"/>
                </a:lnTo>
                <a:lnTo>
                  <a:pt x="145208" y="553085"/>
                </a:lnTo>
                <a:lnTo>
                  <a:pt x="142875" y="541655"/>
                </a:lnTo>
                <a:lnTo>
                  <a:pt x="150462" y="494665"/>
                </a:lnTo>
                <a:lnTo>
                  <a:pt x="171589" y="452755"/>
                </a:lnTo>
                <a:lnTo>
                  <a:pt x="203801" y="421005"/>
                </a:lnTo>
                <a:lnTo>
                  <a:pt x="244644" y="399415"/>
                </a:lnTo>
                <a:lnTo>
                  <a:pt x="291665" y="391795"/>
                </a:lnTo>
                <a:lnTo>
                  <a:pt x="406970" y="391795"/>
                </a:lnTo>
                <a:lnTo>
                  <a:pt x="410252" y="401955"/>
                </a:lnTo>
                <a:lnTo>
                  <a:pt x="415397" y="410845"/>
                </a:lnTo>
                <a:lnTo>
                  <a:pt x="422133" y="418465"/>
                </a:lnTo>
                <a:lnTo>
                  <a:pt x="430187" y="423545"/>
                </a:lnTo>
                <a:lnTo>
                  <a:pt x="433313" y="426085"/>
                </a:lnTo>
                <a:lnTo>
                  <a:pt x="433313" y="431165"/>
                </a:lnTo>
                <a:lnTo>
                  <a:pt x="430299" y="432435"/>
                </a:lnTo>
                <a:lnTo>
                  <a:pt x="417787" y="442595"/>
                </a:lnTo>
                <a:lnTo>
                  <a:pt x="409230" y="456565"/>
                </a:lnTo>
                <a:lnTo>
                  <a:pt x="405906" y="473075"/>
                </a:lnTo>
                <a:lnTo>
                  <a:pt x="409091" y="490855"/>
                </a:lnTo>
                <a:lnTo>
                  <a:pt x="426504" y="525145"/>
                </a:lnTo>
                <a:lnTo>
                  <a:pt x="465543" y="554355"/>
                </a:lnTo>
                <a:lnTo>
                  <a:pt x="504527" y="554355"/>
                </a:lnTo>
                <a:lnTo>
                  <a:pt x="504527" y="558165"/>
                </a:lnTo>
                <a:lnTo>
                  <a:pt x="505755" y="564515"/>
                </a:lnTo>
                <a:lnTo>
                  <a:pt x="508099" y="570865"/>
                </a:lnTo>
                <a:close/>
              </a:path>
              <a:path w="714375" h="570864">
                <a:moveTo>
                  <a:pt x="578866" y="570865"/>
                </a:moveTo>
                <a:lnTo>
                  <a:pt x="563686" y="570865"/>
                </a:lnTo>
                <a:lnTo>
                  <a:pt x="556319" y="569595"/>
                </a:lnTo>
                <a:lnTo>
                  <a:pt x="541027" y="568325"/>
                </a:lnTo>
                <a:lnTo>
                  <a:pt x="535558" y="560705"/>
                </a:lnTo>
                <a:lnTo>
                  <a:pt x="535558" y="548005"/>
                </a:lnTo>
                <a:lnTo>
                  <a:pt x="534194" y="540385"/>
                </a:lnTo>
                <a:lnTo>
                  <a:pt x="501067" y="514985"/>
                </a:lnTo>
                <a:lnTo>
                  <a:pt x="641486" y="514985"/>
                </a:lnTo>
                <a:lnTo>
                  <a:pt x="608359" y="540385"/>
                </a:lnTo>
                <a:lnTo>
                  <a:pt x="606995" y="548005"/>
                </a:lnTo>
                <a:lnTo>
                  <a:pt x="606995" y="560705"/>
                </a:lnTo>
                <a:lnTo>
                  <a:pt x="601526" y="568325"/>
                </a:lnTo>
                <a:lnTo>
                  <a:pt x="586234" y="569595"/>
                </a:lnTo>
                <a:lnTo>
                  <a:pt x="578866" y="570865"/>
                </a:lnTo>
                <a:close/>
              </a:path>
              <a:path w="714375" h="570864">
                <a:moveTo>
                  <a:pt x="668275" y="525145"/>
                </a:moveTo>
                <a:lnTo>
                  <a:pt x="661243" y="521335"/>
                </a:lnTo>
                <a:lnTo>
                  <a:pt x="658006" y="518795"/>
                </a:lnTo>
                <a:lnTo>
                  <a:pt x="649955" y="516255"/>
                </a:lnTo>
                <a:lnTo>
                  <a:pt x="641486" y="514985"/>
                </a:lnTo>
                <a:lnTo>
                  <a:pt x="684522" y="514985"/>
                </a:lnTo>
                <a:lnTo>
                  <a:pt x="677316" y="523875"/>
                </a:lnTo>
                <a:lnTo>
                  <a:pt x="668275" y="525145"/>
                </a:lnTo>
                <a:close/>
              </a:path>
              <a:path w="714375" h="570864">
                <a:moveTo>
                  <a:pt x="504527" y="554355"/>
                </a:moveTo>
                <a:lnTo>
                  <a:pt x="481938" y="554355"/>
                </a:lnTo>
                <a:lnTo>
                  <a:pt x="497160" y="548005"/>
                </a:lnTo>
                <a:lnTo>
                  <a:pt x="500062" y="546735"/>
                </a:lnTo>
                <a:lnTo>
                  <a:pt x="501513" y="548005"/>
                </a:lnTo>
                <a:lnTo>
                  <a:pt x="503076" y="548005"/>
                </a:lnTo>
                <a:lnTo>
                  <a:pt x="504527" y="549275"/>
                </a:lnTo>
                <a:lnTo>
                  <a:pt x="504527" y="554355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50"/>
            <a:ext cx="76200" cy="1085850"/>
          </a:xfrm>
          <a:custGeom>
            <a:avLst/>
            <a:gdLst/>
            <a:ahLst/>
            <a:cxnLst/>
            <a:rect l="l" t="t" r="r" b="b"/>
            <a:pathLst>
              <a:path w="76200" h="1085850">
                <a:moveTo>
                  <a:pt x="76199" y="1085849"/>
                </a:moveTo>
                <a:lnTo>
                  <a:pt x="0" y="1085849"/>
                </a:lnTo>
                <a:lnTo>
                  <a:pt x="0" y="0"/>
                </a:lnTo>
                <a:lnTo>
                  <a:pt x="76199" y="0"/>
                </a:lnTo>
                <a:lnTo>
                  <a:pt x="76199" y="10858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5"/>
              </a:spcBef>
            </a:pPr>
            <a:r>
              <a:rPr sz="3150" spc="-200" dirty="0">
                <a:latin typeface="Georgia"/>
                <a:cs typeface="Georgia"/>
              </a:rPr>
              <a:t>5.</a:t>
            </a:r>
            <a:r>
              <a:rPr sz="3150" spc="-70" dirty="0">
                <a:latin typeface="Georgia"/>
                <a:cs typeface="Georgia"/>
              </a:rPr>
              <a:t> </a:t>
            </a:r>
            <a:r>
              <a:rPr spc="-640" dirty="0"/>
              <a:t>협동학습의</a:t>
            </a:r>
            <a:r>
              <a:rPr spc="-400" dirty="0"/>
              <a:t> </a:t>
            </a:r>
            <a:r>
              <a:rPr spc="-715" dirty="0"/>
              <a:t>교육적 </a:t>
            </a:r>
            <a:r>
              <a:rPr spc="-655" dirty="0"/>
              <a:t>효과</a:t>
            </a:r>
            <a:endParaRPr sz="315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4100" y="3189414"/>
            <a:ext cx="120459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solidFill>
                  <a:srgbClr val="4A5462"/>
                </a:solidFill>
                <a:latin typeface="Dotum"/>
                <a:cs typeface="Dotum"/>
              </a:rPr>
              <a:t>협동학습을</a:t>
            </a:r>
            <a:r>
              <a:rPr sz="115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4A5462"/>
                </a:solidFill>
                <a:latin typeface="Dotum"/>
                <a:cs typeface="Dotum"/>
              </a:rPr>
              <a:t>통해</a:t>
            </a:r>
            <a:r>
              <a:rPr sz="115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4A5462"/>
                </a:solidFill>
                <a:latin typeface="Dotum"/>
                <a:cs typeface="Dotum"/>
              </a:rPr>
              <a:t>얻는</a:t>
            </a:r>
            <a:endParaRPr sz="1150">
              <a:latin typeface="Dotum"/>
              <a:cs typeface="Dot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4100" y="3443732"/>
            <a:ext cx="1625600" cy="3359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spc="-360" dirty="0">
                <a:solidFill>
                  <a:srgbClr val="1D40AF"/>
                </a:solidFill>
                <a:latin typeface="Malgun Gothic"/>
                <a:cs typeface="Malgun Gothic"/>
              </a:rPr>
              <a:t>전인적</a:t>
            </a:r>
            <a:r>
              <a:rPr sz="2000" b="1" spc="-20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2000" b="1" spc="-360" dirty="0">
                <a:solidFill>
                  <a:srgbClr val="1D40AF"/>
                </a:solidFill>
                <a:latin typeface="Malgun Gothic"/>
                <a:cs typeface="Malgun Gothic"/>
              </a:rPr>
              <a:t>교육</a:t>
            </a:r>
            <a:r>
              <a:rPr sz="2000" b="1" spc="-20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2000" b="1" spc="-385" dirty="0">
                <a:solidFill>
                  <a:srgbClr val="1D40AF"/>
                </a:solidFill>
                <a:latin typeface="Malgun Gothic"/>
                <a:cs typeface="Malgun Gothic"/>
              </a:rPr>
              <a:t>효과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95824" y="857250"/>
            <a:ext cx="6734175" cy="1676400"/>
            <a:chOff x="4695824" y="857250"/>
            <a:chExt cx="6734175" cy="1676400"/>
          </a:xfrm>
        </p:grpSpPr>
        <p:sp>
          <p:nvSpPr>
            <p:cNvPr id="7" name="object 7"/>
            <p:cNvSpPr/>
            <p:nvPr/>
          </p:nvSpPr>
          <p:spPr>
            <a:xfrm>
              <a:off x="4705349" y="866775"/>
              <a:ext cx="6715125" cy="1657350"/>
            </a:xfrm>
            <a:custGeom>
              <a:avLst/>
              <a:gdLst/>
              <a:ahLst/>
              <a:cxnLst/>
              <a:rect l="l" t="t" r="r" b="b"/>
              <a:pathLst>
                <a:path w="6715125" h="1657350">
                  <a:moveTo>
                    <a:pt x="6652827" y="1657349"/>
                  </a:moveTo>
                  <a:lnTo>
                    <a:pt x="62296" y="1657349"/>
                  </a:lnTo>
                  <a:lnTo>
                    <a:pt x="57960" y="1656922"/>
                  </a:lnTo>
                  <a:lnTo>
                    <a:pt x="22623" y="1640916"/>
                  </a:lnTo>
                  <a:lnTo>
                    <a:pt x="2134" y="1607975"/>
                  </a:lnTo>
                  <a:lnTo>
                    <a:pt x="0" y="1595052"/>
                  </a:lnTo>
                  <a:lnTo>
                    <a:pt x="0" y="15906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4"/>
                  </a:lnTo>
                  <a:lnTo>
                    <a:pt x="6715123" y="62296"/>
                  </a:lnTo>
                  <a:lnTo>
                    <a:pt x="6715123" y="1595052"/>
                  </a:lnTo>
                  <a:lnTo>
                    <a:pt x="6701453" y="1631357"/>
                  </a:lnTo>
                  <a:lnTo>
                    <a:pt x="6669917" y="1653949"/>
                  </a:lnTo>
                  <a:lnTo>
                    <a:pt x="6657161" y="1656922"/>
                  </a:lnTo>
                  <a:lnTo>
                    <a:pt x="6652827" y="16573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05349" y="866775"/>
              <a:ext cx="6715125" cy="1657350"/>
            </a:xfrm>
            <a:custGeom>
              <a:avLst/>
              <a:gdLst/>
              <a:ahLst/>
              <a:cxnLst/>
              <a:rect l="l" t="t" r="r" b="b"/>
              <a:pathLst>
                <a:path w="6715125" h="1657350">
                  <a:moveTo>
                    <a:pt x="0" y="15906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399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2"/>
                  </a:lnTo>
                  <a:lnTo>
                    <a:pt x="6706319" y="33272"/>
                  </a:lnTo>
                  <a:lnTo>
                    <a:pt x="6715124" y="66674"/>
                  </a:lnTo>
                  <a:lnTo>
                    <a:pt x="6715124" y="1590674"/>
                  </a:lnTo>
                  <a:lnTo>
                    <a:pt x="6703885" y="1627717"/>
                  </a:lnTo>
                  <a:lnTo>
                    <a:pt x="6701453" y="1631357"/>
                  </a:lnTo>
                  <a:lnTo>
                    <a:pt x="6685490" y="1646113"/>
                  </a:lnTo>
                  <a:lnTo>
                    <a:pt x="6681849" y="1648545"/>
                  </a:lnTo>
                  <a:lnTo>
                    <a:pt x="6678008" y="1650599"/>
                  </a:lnTo>
                  <a:lnTo>
                    <a:pt x="6673963" y="1652274"/>
                  </a:lnTo>
                  <a:lnTo>
                    <a:pt x="6669917" y="1653949"/>
                  </a:lnTo>
                  <a:lnTo>
                    <a:pt x="6665749" y="1655214"/>
                  </a:lnTo>
                  <a:lnTo>
                    <a:pt x="6661455" y="1656068"/>
                  </a:lnTo>
                  <a:lnTo>
                    <a:pt x="6657161" y="1656922"/>
                  </a:lnTo>
                  <a:lnTo>
                    <a:pt x="6652827" y="1657349"/>
                  </a:lnTo>
                  <a:lnTo>
                    <a:pt x="6648449" y="1657349"/>
                  </a:lnTo>
                  <a:lnTo>
                    <a:pt x="66674" y="1657349"/>
                  </a:lnTo>
                  <a:lnTo>
                    <a:pt x="62296" y="1657349"/>
                  </a:lnTo>
                  <a:lnTo>
                    <a:pt x="57960" y="1656922"/>
                  </a:lnTo>
                  <a:lnTo>
                    <a:pt x="53667" y="1656068"/>
                  </a:lnTo>
                  <a:lnTo>
                    <a:pt x="49372" y="1655214"/>
                  </a:lnTo>
                  <a:lnTo>
                    <a:pt x="45203" y="1653949"/>
                  </a:lnTo>
                  <a:lnTo>
                    <a:pt x="41158" y="1652273"/>
                  </a:lnTo>
                  <a:lnTo>
                    <a:pt x="37114" y="1650598"/>
                  </a:lnTo>
                  <a:lnTo>
                    <a:pt x="19528" y="1637821"/>
                  </a:lnTo>
                  <a:lnTo>
                    <a:pt x="16432" y="1634725"/>
                  </a:lnTo>
                  <a:lnTo>
                    <a:pt x="13668" y="1631357"/>
                  </a:lnTo>
                  <a:lnTo>
                    <a:pt x="11236" y="1627717"/>
                  </a:lnTo>
                  <a:lnTo>
                    <a:pt x="8803" y="1624077"/>
                  </a:lnTo>
                  <a:lnTo>
                    <a:pt x="6749" y="1620234"/>
                  </a:lnTo>
                  <a:lnTo>
                    <a:pt x="5074" y="1616189"/>
                  </a:lnTo>
                  <a:lnTo>
                    <a:pt x="3399" y="1612145"/>
                  </a:lnTo>
                  <a:lnTo>
                    <a:pt x="2134" y="1607975"/>
                  </a:lnTo>
                  <a:lnTo>
                    <a:pt x="1280" y="1603682"/>
                  </a:lnTo>
                  <a:lnTo>
                    <a:pt x="427" y="1599388"/>
                  </a:lnTo>
                  <a:lnTo>
                    <a:pt x="0" y="1595052"/>
                  </a:lnTo>
                  <a:lnTo>
                    <a:pt x="0" y="159067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67274" y="10286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4"/>
                  </a:lnTo>
                  <a:lnTo>
                    <a:pt x="245798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1574" y="1123950"/>
              <a:ext cx="154781" cy="191876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4695824" y="2686049"/>
            <a:ext cx="6734175" cy="1447800"/>
            <a:chOff x="4695824" y="2686049"/>
            <a:chExt cx="6734175" cy="1447800"/>
          </a:xfrm>
        </p:grpSpPr>
        <p:sp>
          <p:nvSpPr>
            <p:cNvPr id="12" name="object 12"/>
            <p:cNvSpPr/>
            <p:nvPr/>
          </p:nvSpPr>
          <p:spPr>
            <a:xfrm>
              <a:off x="4705349" y="2695574"/>
              <a:ext cx="6715125" cy="1428750"/>
            </a:xfrm>
            <a:custGeom>
              <a:avLst/>
              <a:gdLst/>
              <a:ahLst/>
              <a:cxnLst/>
              <a:rect l="l" t="t" r="r" b="b"/>
              <a:pathLst>
                <a:path w="6715125" h="1428750">
                  <a:moveTo>
                    <a:pt x="6652827" y="1428749"/>
                  </a:moveTo>
                  <a:lnTo>
                    <a:pt x="62296" y="1428749"/>
                  </a:lnTo>
                  <a:lnTo>
                    <a:pt x="57960" y="1428322"/>
                  </a:lnTo>
                  <a:lnTo>
                    <a:pt x="22623" y="1412316"/>
                  </a:lnTo>
                  <a:lnTo>
                    <a:pt x="2134" y="1379375"/>
                  </a:lnTo>
                  <a:lnTo>
                    <a:pt x="0" y="1366452"/>
                  </a:lnTo>
                  <a:lnTo>
                    <a:pt x="0" y="1362074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7"/>
                  </a:lnTo>
                  <a:lnTo>
                    <a:pt x="6715123" y="1366452"/>
                  </a:lnTo>
                  <a:lnTo>
                    <a:pt x="6701453" y="1402757"/>
                  </a:lnTo>
                  <a:lnTo>
                    <a:pt x="6669917" y="1425349"/>
                  </a:lnTo>
                  <a:lnTo>
                    <a:pt x="6657161" y="1428322"/>
                  </a:lnTo>
                  <a:lnTo>
                    <a:pt x="6652827" y="14287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05349" y="2695574"/>
              <a:ext cx="6715125" cy="1428750"/>
            </a:xfrm>
            <a:custGeom>
              <a:avLst/>
              <a:gdLst/>
              <a:ahLst/>
              <a:cxnLst/>
              <a:rect l="l" t="t" r="r" b="b"/>
              <a:pathLst>
                <a:path w="6715125" h="1428750">
                  <a:moveTo>
                    <a:pt x="0" y="136207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2"/>
                  </a:lnTo>
                  <a:lnTo>
                    <a:pt x="13668" y="25992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3" y="16433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98689" y="22624"/>
                  </a:lnTo>
                  <a:lnTo>
                    <a:pt x="6703885" y="29632"/>
                  </a:lnTo>
                  <a:lnTo>
                    <a:pt x="6706319" y="33272"/>
                  </a:lnTo>
                  <a:lnTo>
                    <a:pt x="6708372" y="37114"/>
                  </a:lnTo>
                  <a:lnTo>
                    <a:pt x="6710048" y="41159"/>
                  </a:lnTo>
                  <a:lnTo>
                    <a:pt x="6711723" y="45203"/>
                  </a:lnTo>
                  <a:lnTo>
                    <a:pt x="6715124" y="66674"/>
                  </a:lnTo>
                  <a:lnTo>
                    <a:pt x="6715124" y="1362074"/>
                  </a:lnTo>
                  <a:lnTo>
                    <a:pt x="6703885" y="1399117"/>
                  </a:lnTo>
                  <a:lnTo>
                    <a:pt x="6701453" y="1402757"/>
                  </a:lnTo>
                  <a:lnTo>
                    <a:pt x="6669917" y="1425349"/>
                  </a:lnTo>
                  <a:lnTo>
                    <a:pt x="6648449" y="1428749"/>
                  </a:lnTo>
                  <a:lnTo>
                    <a:pt x="66674" y="1428749"/>
                  </a:lnTo>
                  <a:lnTo>
                    <a:pt x="62296" y="1428749"/>
                  </a:lnTo>
                  <a:lnTo>
                    <a:pt x="57960" y="1428322"/>
                  </a:lnTo>
                  <a:lnTo>
                    <a:pt x="53667" y="1427468"/>
                  </a:lnTo>
                  <a:lnTo>
                    <a:pt x="49372" y="1426614"/>
                  </a:lnTo>
                  <a:lnTo>
                    <a:pt x="45203" y="1425349"/>
                  </a:lnTo>
                  <a:lnTo>
                    <a:pt x="41158" y="1423673"/>
                  </a:lnTo>
                  <a:lnTo>
                    <a:pt x="37114" y="1421998"/>
                  </a:lnTo>
                  <a:lnTo>
                    <a:pt x="11236" y="1399117"/>
                  </a:lnTo>
                  <a:lnTo>
                    <a:pt x="8803" y="1395476"/>
                  </a:lnTo>
                  <a:lnTo>
                    <a:pt x="6749" y="1391634"/>
                  </a:lnTo>
                  <a:lnTo>
                    <a:pt x="5074" y="1387589"/>
                  </a:lnTo>
                  <a:lnTo>
                    <a:pt x="3399" y="1383545"/>
                  </a:lnTo>
                  <a:lnTo>
                    <a:pt x="2134" y="1379375"/>
                  </a:lnTo>
                  <a:lnTo>
                    <a:pt x="1280" y="1375082"/>
                  </a:lnTo>
                  <a:lnTo>
                    <a:pt x="427" y="1370788"/>
                  </a:lnTo>
                  <a:lnTo>
                    <a:pt x="0" y="1366452"/>
                  </a:lnTo>
                  <a:lnTo>
                    <a:pt x="0" y="136207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67274" y="2857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7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6"/>
                  </a:lnTo>
                  <a:lnTo>
                    <a:pt x="353903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2524" y="2952749"/>
              <a:ext cx="190499" cy="190499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695824" y="4286249"/>
            <a:ext cx="6734175" cy="2057400"/>
            <a:chOff x="4695824" y="4286249"/>
            <a:chExt cx="6734175" cy="2057400"/>
          </a:xfrm>
        </p:grpSpPr>
        <p:sp>
          <p:nvSpPr>
            <p:cNvPr id="17" name="object 17"/>
            <p:cNvSpPr/>
            <p:nvPr/>
          </p:nvSpPr>
          <p:spPr>
            <a:xfrm>
              <a:off x="4705349" y="4295774"/>
              <a:ext cx="6715125" cy="2038350"/>
            </a:xfrm>
            <a:custGeom>
              <a:avLst/>
              <a:gdLst/>
              <a:ahLst/>
              <a:cxnLst/>
              <a:rect l="l" t="t" r="r" b="b"/>
              <a:pathLst>
                <a:path w="6715125" h="2038350">
                  <a:moveTo>
                    <a:pt x="6652827" y="2038349"/>
                  </a:moveTo>
                  <a:lnTo>
                    <a:pt x="62296" y="2038349"/>
                  </a:lnTo>
                  <a:lnTo>
                    <a:pt x="57960" y="2037921"/>
                  </a:lnTo>
                  <a:lnTo>
                    <a:pt x="22623" y="2021916"/>
                  </a:lnTo>
                  <a:lnTo>
                    <a:pt x="2134" y="1988975"/>
                  </a:lnTo>
                  <a:lnTo>
                    <a:pt x="0" y="1976052"/>
                  </a:lnTo>
                  <a:lnTo>
                    <a:pt x="0" y="1971674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6"/>
                  </a:lnTo>
                  <a:lnTo>
                    <a:pt x="6715123" y="1976052"/>
                  </a:lnTo>
                  <a:lnTo>
                    <a:pt x="6701453" y="2012357"/>
                  </a:lnTo>
                  <a:lnTo>
                    <a:pt x="6669917" y="2034948"/>
                  </a:lnTo>
                  <a:lnTo>
                    <a:pt x="6657161" y="2037921"/>
                  </a:lnTo>
                  <a:lnTo>
                    <a:pt x="6652827" y="203834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05349" y="4295774"/>
              <a:ext cx="6715125" cy="2038350"/>
            </a:xfrm>
            <a:custGeom>
              <a:avLst/>
              <a:gdLst/>
              <a:ahLst/>
              <a:cxnLst/>
              <a:rect l="l" t="t" r="r" b="b"/>
              <a:pathLst>
                <a:path w="6715125" h="2038350">
                  <a:moveTo>
                    <a:pt x="0" y="19716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4"/>
                  </a:lnTo>
                  <a:lnTo>
                    <a:pt x="6669917" y="3399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1"/>
                  </a:lnTo>
                  <a:lnTo>
                    <a:pt x="6706319" y="33271"/>
                  </a:lnTo>
                  <a:lnTo>
                    <a:pt x="6708372" y="37114"/>
                  </a:lnTo>
                  <a:lnTo>
                    <a:pt x="6710048" y="41159"/>
                  </a:lnTo>
                  <a:lnTo>
                    <a:pt x="6711723" y="45203"/>
                  </a:lnTo>
                  <a:lnTo>
                    <a:pt x="6715124" y="66674"/>
                  </a:lnTo>
                  <a:lnTo>
                    <a:pt x="6715124" y="1971674"/>
                  </a:lnTo>
                  <a:lnTo>
                    <a:pt x="6703885" y="2008717"/>
                  </a:lnTo>
                  <a:lnTo>
                    <a:pt x="6701453" y="2012357"/>
                  </a:lnTo>
                  <a:lnTo>
                    <a:pt x="6669917" y="2034948"/>
                  </a:lnTo>
                  <a:lnTo>
                    <a:pt x="6648449" y="2038349"/>
                  </a:lnTo>
                  <a:lnTo>
                    <a:pt x="66674" y="2038349"/>
                  </a:lnTo>
                  <a:lnTo>
                    <a:pt x="62296" y="2038349"/>
                  </a:lnTo>
                  <a:lnTo>
                    <a:pt x="57960" y="2037921"/>
                  </a:lnTo>
                  <a:lnTo>
                    <a:pt x="53667" y="2037067"/>
                  </a:lnTo>
                  <a:lnTo>
                    <a:pt x="49372" y="2036213"/>
                  </a:lnTo>
                  <a:lnTo>
                    <a:pt x="16432" y="2015725"/>
                  </a:lnTo>
                  <a:lnTo>
                    <a:pt x="5074" y="1997189"/>
                  </a:lnTo>
                  <a:lnTo>
                    <a:pt x="3399" y="1993145"/>
                  </a:lnTo>
                  <a:lnTo>
                    <a:pt x="2134" y="1988975"/>
                  </a:lnTo>
                  <a:lnTo>
                    <a:pt x="1280" y="1984682"/>
                  </a:lnTo>
                  <a:lnTo>
                    <a:pt x="427" y="1980388"/>
                  </a:lnTo>
                  <a:lnTo>
                    <a:pt x="0" y="1976052"/>
                  </a:lnTo>
                  <a:lnTo>
                    <a:pt x="0" y="1971674"/>
                  </a:lnTo>
                  <a:close/>
                </a:path>
              </a:pathLst>
            </a:custGeom>
            <a:ln w="19049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7274" y="44576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1"/>
                  </a:lnTo>
                  <a:lnTo>
                    <a:pt x="55796" y="55795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3" y="55795"/>
                  </a:lnTo>
                  <a:lnTo>
                    <a:pt x="353903" y="92571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3" y="288426"/>
                  </a:lnTo>
                  <a:lnTo>
                    <a:pt x="325203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2524" y="4568779"/>
              <a:ext cx="190499" cy="16276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353000" y="1067435"/>
            <a:ext cx="13589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운동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기능적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측면</a:t>
            </a:r>
            <a:endParaRPr sz="17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867274" y="1562100"/>
            <a:ext cx="152400" cy="457200"/>
            <a:chOff x="4867274" y="1562100"/>
            <a:chExt cx="152400" cy="457200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7274" y="1562100"/>
              <a:ext cx="152399" cy="1523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7274" y="1866899"/>
              <a:ext cx="152399" cy="15239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124400" y="1520063"/>
            <a:ext cx="511683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latin typeface="Malgun Gothic"/>
                <a:cs typeface="Malgun Gothic"/>
              </a:rPr>
              <a:t>실전</a:t>
            </a:r>
            <a:r>
              <a:rPr sz="1350" b="1" spc="-135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감각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향상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혼자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하는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연습으로는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얻을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없는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상황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판단력과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실전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감각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개발</a:t>
            </a:r>
            <a:endParaRPr sz="1350">
              <a:latin typeface="Dotum"/>
              <a:cs typeface="Dotu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24400" y="1802917"/>
            <a:ext cx="601281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b="1" spc="-260" dirty="0">
                <a:latin typeface="Malgun Gothic"/>
                <a:cs typeface="Malgun Gothic"/>
              </a:rPr>
              <a:t>기술의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15" dirty="0">
                <a:latin typeface="Malgun Gothic"/>
                <a:cs typeface="Malgun Gothic"/>
              </a:rPr>
              <a:t>정교화</a:t>
            </a:r>
            <a:r>
              <a:rPr sz="1350" b="1" spc="-215" dirty="0">
                <a:latin typeface="Arial"/>
                <a:cs typeface="Arial"/>
              </a:rPr>
              <a:t>:</a:t>
            </a:r>
            <a:r>
              <a:rPr sz="1350" b="1" spc="-25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동료를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가르치는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과정에서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자신의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기술을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언어로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설명하며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동작을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의식적으로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310" dirty="0">
                <a:latin typeface="Dotum"/>
                <a:cs typeface="Dotum"/>
              </a:rPr>
              <a:t>분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spc="-310" dirty="0">
                <a:latin typeface="Dotum"/>
                <a:cs typeface="Dotum"/>
              </a:rPr>
              <a:t>석</a:t>
            </a:r>
            <a:endParaRPr sz="1350">
              <a:latin typeface="Dotum"/>
              <a:cs typeface="Dotum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53000" y="2896235"/>
            <a:ext cx="95504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인지적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측면</a:t>
            </a:r>
            <a:endParaRPr sz="1700">
              <a:latin typeface="Malgun Gothic"/>
              <a:cs typeface="Malgun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67274" y="3390900"/>
            <a:ext cx="152400" cy="457200"/>
            <a:chOff x="4867274" y="3390900"/>
            <a:chExt cx="152400" cy="457200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7274" y="3390900"/>
              <a:ext cx="152399" cy="1523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7274" y="3695699"/>
              <a:ext cx="152399" cy="15239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124400" y="3348863"/>
            <a:ext cx="586041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latin typeface="Malgun Gothic"/>
                <a:cs typeface="Malgun Gothic"/>
              </a:rPr>
              <a:t>전술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이해도</a:t>
            </a:r>
            <a:r>
              <a:rPr sz="1350" b="1" spc="-135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향상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팀원들과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전술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논의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및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실행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과정에서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게임의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구조와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전략을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심도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있게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이해</a:t>
            </a:r>
            <a:endParaRPr sz="1350">
              <a:latin typeface="Dotum"/>
              <a:cs typeface="Dotum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24400" y="3653663"/>
            <a:ext cx="581787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latin typeface="Malgun Gothic"/>
                <a:cs typeface="Malgun Gothic"/>
              </a:rPr>
              <a:t>문제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해결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능력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발달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경기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상황의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다양한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문제를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팀원들과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함께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해결하며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창의적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사고력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강화</a:t>
            </a:r>
            <a:endParaRPr sz="1350">
              <a:latin typeface="Dotum"/>
              <a:cs typeface="Dotum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53000" y="4496434"/>
            <a:ext cx="95504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정의적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측면</a:t>
            </a:r>
            <a:endParaRPr sz="1700">
              <a:latin typeface="Malgun Gothic"/>
              <a:cs typeface="Malgun Gothic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67274" y="4991100"/>
            <a:ext cx="3429000" cy="838200"/>
            <a:chOff x="4867274" y="4991100"/>
            <a:chExt cx="3429000" cy="838200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7274" y="4991100"/>
              <a:ext cx="152399" cy="1523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3874" y="4991100"/>
              <a:ext cx="152399" cy="15239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7274" y="5676899"/>
              <a:ext cx="152399" cy="15239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3874" y="5676899"/>
              <a:ext cx="152399" cy="15239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5124400" y="4927117"/>
            <a:ext cx="285496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b="1" spc="-260" dirty="0">
                <a:latin typeface="Malgun Gothic"/>
                <a:cs typeface="Malgun Gothic"/>
              </a:rPr>
              <a:t>스포츠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흥미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증진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다양한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역할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참여로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운동능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력이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부족한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학생도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참여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의욕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상승</a:t>
            </a:r>
            <a:endParaRPr sz="1350">
              <a:latin typeface="Dotum"/>
              <a:cs typeface="Dotum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394600" y="4927117"/>
            <a:ext cx="281241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b="1" spc="-260" dirty="0">
                <a:latin typeface="Malgun Gothic"/>
                <a:cs typeface="Malgun Gothic"/>
              </a:rPr>
              <a:t>자존감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향상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25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팀에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기여하는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경험과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0" dirty="0">
                <a:latin typeface="Dotum"/>
                <a:cs typeface="Dotum"/>
              </a:rPr>
              <a:t>성취감을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통한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자아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효능감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증진</a:t>
            </a:r>
            <a:endParaRPr sz="1350">
              <a:latin typeface="Dotum"/>
              <a:cs typeface="Dotum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24400" y="5612917"/>
            <a:ext cx="281241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b="1" spc="-260" dirty="0">
                <a:latin typeface="Malgun Gothic"/>
                <a:cs typeface="Malgun Gothic"/>
              </a:rPr>
              <a:t>사회성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발달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25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다양한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구성원과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협력하며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타인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이해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및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배려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능력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함양</a:t>
            </a:r>
            <a:endParaRPr sz="1350">
              <a:latin typeface="Dotum"/>
              <a:cs typeface="Dotum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394600" y="5612917"/>
            <a:ext cx="285496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b="1" spc="-260" dirty="0">
                <a:latin typeface="Malgun Gothic"/>
                <a:cs typeface="Malgun Gothic"/>
              </a:rPr>
              <a:t>책임감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강화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팀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활동에서의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역할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수행을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통한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책임의식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고취</a:t>
            </a:r>
            <a:endParaRPr sz="1350">
              <a:latin typeface="Dotum"/>
              <a:cs typeface="Dotum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66800" y="2283618"/>
            <a:ext cx="571500" cy="500380"/>
          </a:xfrm>
          <a:custGeom>
            <a:avLst/>
            <a:gdLst/>
            <a:ahLst/>
            <a:cxnLst/>
            <a:rect l="l" t="t" r="r" b="b"/>
            <a:pathLst>
              <a:path w="571500" h="500380">
                <a:moveTo>
                  <a:pt x="535781" y="500062"/>
                </a:moveTo>
                <a:lnTo>
                  <a:pt x="89296" y="500062"/>
                </a:lnTo>
                <a:lnTo>
                  <a:pt x="54530" y="493047"/>
                </a:lnTo>
                <a:lnTo>
                  <a:pt x="26147" y="473915"/>
                </a:lnTo>
                <a:lnTo>
                  <a:pt x="7014" y="445532"/>
                </a:lnTo>
                <a:lnTo>
                  <a:pt x="0" y="410765"/>
                </a:lnTo>
                <a:lnTo>
                  <a:pt x="0" y="35718"/>
                </a:lnTo>
                <a:lnTo>
                  <a:pt x="2802" y="21802"/>
                </a:lnTo>
                <a:lnTo>
                  <a:pt x="10450" y="10450"/>
                </a:lnTo>
                <a:lnTo>
                  <a:pt x="21802" y="2802"/>
                </a:lnTo>
                <a:lnTo>
                  <a:pt x="35718" y="0"/>
                </a:lnTo>
                <a:lnTo>
                  <a:pt x="49634" y="2802"/>
                </a:lnTo>
                <a:lnTo>
                  <a:pt x="60986" y="10450"/>
                </a:lnTo>
                <a:lnTo>
                  <a:pt x="68634" y="21802"/>
                </a:lnTo>
                <a:lnTo>
                  <a:pt x="71437" y="35718"/>
                </a:lnTo>
                <a:lnTo>
                  <a:pt x="71437" y="420588"/>
                </a:lnTo>
                <a:lnTo>
                  <a:pt x="79474" y="428625"/>
                </a:lnTo>
                <a:lnTo>
                  <a:pt x="535781" y="428625"/>
                </a:lnTo>
                <a:lnTo>
                  <a:pt x="549697" y="431427"/>
                </a:lnTo>
                <a:lnTo>
                  <a:pt x="561049" y="439075"/>
                </a:lnTo>
                <a:lnTo>
                  <a:pt x="568697" y="450427"/>
                </a:lnTo>
                <a:lnTo>
                  <a:pt x="571500" y="464343"/>
                </a:lnTo>
                <a:lnTo>
                  <a:pt x="568697" y="478259"/>
                </a:lnTo>
                <a:lnTo>
                  <a:pt x="561049" y="489611"/>
                </a:lnTo>
                <a:lnTo>
                  <a:pt x="549697" y="497259"/>
                </a:lnTo>
                <a:lnTo>
                  <a:pt x="535781" y="500062"/>
                </a:lnTo>
                <a:close/>
              </a:path>
              <a:path w="571500" h="500380">
                <a:moveTo>
                  <a:pt x="458427" y="199466"/>
                </a:moveTo>
                <a:lnTo>
                  <a:pt x="357187" y="199466"/>
                </a:lnTo>
                <a:lnTo>
                  <a:pt x="474724" y="81818"/>
                </a:lnTo>
                <a:lnTo>
                  <a:pt x="486549" y="73969"/>
                </a:lnTo>
                <a:lnTo>
                  <a:pt x="500006" y="71353"/>
                </a:lnTo>
                <a:lnTo>
                  <a:pt x="513464" y="73969"/>
                </a:lnTo>
                <a:lnTo>
                  <a:pt x="525288" y="81818"/>
                </a:lnTo>
                <a:lnTo>
                  <a:pt x="533137" y="93643"/>
                </a:lnTo>
                <a:lnTo>
                  <a:pt x="535753" y="107100"/>
                </a:lnTo>
                <a:lnTo>
                  <a:pt x="533137" y="120557"/>
                </a:lnTo>
                <a:lnTo>
                  <a:pt x="524848" y="133046"/>
                </a:lnTo>
                <a:lnTo>
                  <a:pt x="458427" y="199466"/>
                </a:lnTo>
                <a:close/>
              </a:path>
              <a:path w="571500" h="500380">
                <a:moveTo>
                  <a:pt x="142819" y="321440"/>
                </a:moveTo>
                <a:lnTo>
                  <a:pt x="109688" y="299151"/>
                </a:lnTo>
                <a:lnTo>
                  <a:pt x="107072" y="285694"/>
                </a:lnTo>
                <a:lnTo>
                  <a:pt x="109688" y="272236"/>
                </a:lnTo>
                <a:lnTo>
                  <a:pt x="117537" y="260412"/>
                </a:lnTo>
                <a:lnTo>
                  <a:pt x="242552" y="135396"/>
                </a:lnTo>
                <a:lnTo>
                  <a:pt x="254377" y="127548"/>
                </a:lnTo>
                <a:lnTo>
                  <a:pt x="267834" y="124931"/>
                </a:lnTo>
                <a:lnTo>
                  <a:pt x="281292" y="127548"/>
                </a:lnTo>
                <a:lnTo>
                  <a:pt x="293117" y="135396"/>
                </a:lnTo>
                <a:lnTo>
                  <a:pt x="357187" y="199466"/>
                </a:lnTo>
                <a:lnTo>
                  <a:pt x="458427" y="199466"/>
                </a:lnTo>
                <a:lnTo>
                  <a:pt x="446595" y="211298"/>
                </a:lnTo>
                <a:lnTo>
                  <a:pt x="267890" y="211298"/>
                </a:lnTo>
                <a:lnTo>
                  <a:pt x="168101" y="310976"/>
                </a:lnTo>
                <a:lnTo>
                  <a:pt x="156276" y="318824"/>
                </a:lnTo>
                <a:lnTo>
                  <a:pt x="142819" y="321440"/>
                </a:lnTo>
                <a:close/>
              </a:path>
              <a:path w="571500" h="500380">
                <a:moveTo>
                  <a:pt x="357243" y="285833"/>
                </a:moveTo>
                <a:lnTo>
                  <a:pt x="343785" y="283217"/>
                </a:lnTo>
                <a:lnTo>
                  <a:pt x="331961" y="275369"/>
                </a:lnTo>
                <a:lnTo>
                  <a:pt x="267890" y="211298"/>
                </a:lnTo>
                <a:lnTo>
                  <a:pt x="446595" y="211298"/>
                </a:lnTo>
                <a:lnTo>
                  <a:pt x="382525" y="275369"/>
                </a:lnTo>
                <a:lnTo>
                  <a:pt x="370700" y="283217"/>
                </a:lnTo>
                <a:lnTo>
                  <a:pt x="357243" y="285833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0" y="672464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1085850"/>
          </a:xfrm>
          <a:custGeom>
            <a:avLst/>
            <a:gdLst/>
            <a:ahLst/>
            <a:cxnLst/>
            <a:rect l="l" t="t" r="r" b="b"/>
            <a:pathLst>
              <a:path w="76200" h="1085850">
                <a:moveTo>
                  <a:pt x="76199" y="1085849"/>
                </a:moveTo>
                <a:lnTo>
                  <a:pt x="0" y="1085849"/>
                </a:lnTo>
                <a:lnTo>
                  <a:pt x="0" y="0"/>
                </a:lnTo>
                <a:lnTo>
                  <a:pt x="76199" y="0"/>
                </a:lnTo>
                <a:lnTo>
                  <a:pt x="76199" y="10858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5"/>
              </a:spcBef>
            </a:pPr>
            <a:r>
              <a:rPr sz="3150" b="0" spc="90" dirty="0">
                <a:latin typeface="Segoe UI Symbol"/>
                <a:cs typeface="Segoe UI Symbol"/>
              </a:rPr>
              <a:t>6.</a:t>
            </a:r>
            <a:r>
              <a:rPr sz="3150" b="0" spc="-140" dirty="0">
                <a:latin typeface="Segoe UI Symbol"/>
                <a:cs typeface="Segoe UI Symbol"/>
              </a:rPr>
              <a:t> </a:t>
            </a:r>
            <a:r>
              <a:rPr spc="-640" dirty="0"/>
              <a:t>효과적인</a:t>
            </a:r>
            <a:r>
              <a:rPr spc="-400" dirty="0"/>
              <a:t> </a:t>
            </a:r>
            <a:r>
              <a:rPr spc="-660" dirty="0"/>
              <a:t>협동학습 </a:t>
            </a:r>
            <a:r>
              <a:rPr spc="-630" dirty="0"/>
              <a:t>설계</a:t>
            </a:r>
            <a:r>
              <a:rPr spc="-405" dirty="0"/>
              <a:t> </a:t>
            </a:r>
            <a:r>
              <a:rPr spc="-655" dirty="0"/>
              <a:t>전략</a:t>
            </a:r>
            <a:endParaRPr sz="3150">
              <a:latin typeface="Segoe UI Symbol"/>
              <a:cs typeface="Segoe UI 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95824" y="933449"/>
            <a:ext cx="6734175" cy="1533525"/>
            <a:chOff x="4695824" y="933449"/>
            <a:chExt cx="6734175" cy="1533525"/>
          </a:xfrm>
        </p:grpSpPr>
        <p:sp>
          <p:nvSpPr>
            <p:cNvPr id="5" name="object 5"/>
            <p:cNvSpPr/>
            <p:nvPr/>
          </p:nvSpPr>
          <p:spPr>
            <a:xfrm>
              <a:off x="4705349" y="942974"/>
              <a:ext cx="6715125" cy="1514475"/>
            </a:xfrm>
            <a:custGeom>
              <a:avLst/>
              <a:gdLst/>
              <a:ahLst/>
              <a:cxnLst/>
              <a:rect l="l" t="t" r="r" b="b"/>
              <a:pathLst>
                <a:path w="6715125" h="1514475">
                  <a:moveTo>
                    <a:pt x="6652827" y="1514474"/>
                  </a:moveTo>
                  <a:lnTo>
                    <a:pt x="62296" y="1514474"/>
                  </a:lnTo>
                  <a:lnTo>
                    <a:pt x="57960" y="1514047"/>
                  </a:lnTo>
                  <a:lnTo>
                    <a:pt x="22623" y="1498041"/>
                  </a:lnTo>
                  <a:lnTo>
                    <a:pt x="2134" y="1465100"/>
                  </a:lnTo>
                  <a:lnTo>
                    <a:pt x="0" y="1452177"/>
                  </a:lnTo>
                  <a:lnTo>
                    <a:pt x="0" y="1447799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4"/>
                  </a:lnTo>
                  <a:lnTo>
                    <a:pt x="6715123" y="62296"/>
                  </a:lnTo>
                  <a:lnTo>
                    <a:pt x="6715123" y="1452177"/>
                  </a:lnTo>
                  <a:lnTo>
                    <a:pt x="6701453" y="1488482"/>
                  </a:lnTo>
                  <a:lnTo>
                    <a:pt x="6669917" y="1511074"/>
                  </a:lnTo>
                  <a:lnTo>
                    <a:pt x="6657161" y="1514047"/>
                  </a:lnTo>
                  <a:lnTo>
                    <a:pt x="6652827" y="151447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05349" y="942974"/>
              <a:ext cx="6715125" cy="1514475"/>
            </a:xfrm>
            <a:custGeom>
              <a:avLst/>
              <a:gdLst/>
              <a:ahLst/>
              <a:cxnLst/>
              <a:rect l="l" t="t" r="r" b="b"/>
              <a:pathLst>
                <a:path w="6715125" h="1514475">
                  <a:moveTo>
                    <a:pt x="0" y="144779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2"/>
                  </a:lnTo>
                  <a:lnTo>
                    <a:pt x="6706319" y="33272"/>
                  </a:lnTo>
                  <a:lnTo>
                    <a:pt x="6715124" y="66674"/>
                  </a:lnTo>
                  <a:lnTo>
                    <a:pt x="6715124" y="1447799"/>
                  </a:lnTo>
                  <a:lnTo>
                    <a:pt x="6703885" y="1484842"/>
                  </a:lnTo>
                  <a:lnTo>
                    <a:pt x="6701453" y="1488482"/>
                  </a:lnTo>
                  <a:lnTo>
                    <a:pt x="6685490" y="1503237"/>
                  </a:lnTo>
                  <a:lnTo>
                    <a:pt x="6681849" y="1505669"/>
                  </a:lnTo>
                  <a:lnTo>
                    <a:pt x="6678008" y="1507723"/>
                  </a:lnTo>
                  <a:lnTo>
                    <a:pt x="6673963" y="1509399"/>
                  </a:lnTo>
                  <a:lnTo>
                    <a:pt x="6669917" y="1511074"/>
                  </a:lnTo>
                  <a:lnTo>
                    <a:pt x="6665749" y="1512339"/>
                  </a:lnTo>
                  <a:lnTo>
                    <a:pt x="6661455" y="1513193"/>
                  </a:lnTo>
                  <a:lnTo>
                    <a:pt x="6657161" y="1514047"/>
                  </a:lnTo>
                  <a:lnTo>
                    <a:pt x="6652827" y="1514474"/>
                  </a:lnTo>
                  <a:lnTo>
                    <a:pt x="6648449" y="1514474"/>
                  </a:lnTo>
                  <a:lnTo>
                    <a:pt x="66674" y="1514474"/>
                  </a:lnTo>
                  <a:lnTo>
                    <a:pt x="62296" y="1514474"/>
                  </a:lnTo>
                  <a:lnTo>
                    <a:pt x="57960" y="1514047"/>
                  </a:lnTo>
                  <a:lnTo>
                    <a:pt x="53667" y="1513193"/>
                  </a:lnTo>
                  <a:lnTo>
                    <a:pt x="49372" y="1512339"/>
                  </a:lnTo>
                  <a:lnTo>
                    <a:pt x="45203" y="1511074"/>
                  </a:lnTo>
                  <a:lnTo>
                    <a:pt x="41158" y="1509399"/>
                  </a:lnTo>
                  <a:lnTo>
                    <a:pt x="37114" y="1507723"/>
                  </a:lnTo>
                  <a:lnTo>
                    <a:pt x="33271" y="1505669"/>
                  </a:lnTo>
                  <a:lnTo>
                    <a:pt x="29631" y="1503237"/>
                  </a:lnTo>
                  <a:lnTo>
                    <a:pt x="25991" y="1500805"/>
                  </a:lnTo>
                  <a:lnTo>
                    <a:pt x="22623" y="1498041"/>
                  </a:lnTo>
                  <a:lnTo>
                    <a:pt x="19528" y="1494945"/>
                  </a:lnTo>
                  <a:lnTo>
                    <a:pt x="16432" y="1491850"/>
                  </a:lnTo>
                  <a:lnTo>
                    <a:pt x="13668" y="1488482"/>
                  </a:lnTo>
                  <a:lnTo>
                    <a:pt x="11236" y="1484842"/>
                  </a:lnTo>
                  <a:lnTo>
                    <a:pt x="8803" y="1481202"/>
                  </a:lnTo>
                  <a:lnTo>
                    <a:pt x="6749" y="1477359"/>
                  </a:lnTo>
                  <a:lnTo>
                    <a:pt x="5074" y="1473314"/>
                  </a:lnTo>
                  <a:lnTo>
                    <a:pt x="3399" y="1469270"/>
                  </a:lnTo>
                  <a:lnTo>
                    <a:pt x="2134" y="1465100"/>
                  </a:lnTo>
                  <a:lnTo>
                    <a:pt x="1280" y="1460807"/>
                  </a:lnTo>
                  <a:lnTo>
                    <a:pt x="427" y="1456513"/>
                  </a:lnTo>
                  <a:lnTo>
                    <a:pt x="0" y="1452177"/>
                  </a:lnTo>
                  <a:lnTo>
                    <a:pt x="0" y="144779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7274" y="1152524"/>
              <a:ext cx="214278" cy="171383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695824" y="2619374"/>
            <a:ext cx="6734175" cy="1609725"/>
            <a:chOff x="4695824" y="2619374"/>
            <a:chExt cx="6734175" cy="1609725"/>
          </a:xfrm>
        </p:grpSpPr>
        <p:sp>
          <p:nvSpPr>
            <p:cNvPr id="9" name="object 9"/>
            <p:cNvSpPr/>
            <p:nvPr/>
          </p:nvSpPr>
          <p:spPr>
            <a:xfrm>
              <a:off x="4705349" y="2628899"/>
              <a:ext cx="6715125" cy="1590675"/>
            </a:xfrm>
            <a:custGeom>
              <a:avLst/>
              <a:gdLst/>
              <a:ahLst/>
              <a:cxnLst/>
              <a:rect l="l" t="t" r="r" b="b"/>
              <a:pathLst>
                <a:path w="6715125" h="1590675">
                  <a:moveTo>
                    <a:pt x="6652827" y="1590674"/>
                  </a:moveTo>
                  <a:lnTo>
                    <a:pt x="62296" y="1590674"/>
                  </a:lnTo>
                  <a:lnTo>
                    <a:pt x="57960" y="1590247"/>
                  </a:lnTo>
                  <a:lnTo>
                    <a:pt x="22623" y="1574241"/>
                  </a:lnTo>
                  <a:lnTo>
                    <a:pt x="2134" y="1541300"/>
                  </a:lnTo>
                  <a:lnTo>
                    <a:pt x="0" y="1528377"/>
                  </a:lnTo>
                  <a:lnTo>
                    <a:pt x="0" y="1523999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6"/>
                  </a:lnTo>
                  <a:lnTo>
                    <a:pt x="6715123" y="1528377"/>
                  </a:lnTo>
                  <a:lnTo>
                    <a:pt x="6701453" y="1564682"/>
                  </a:lnTo>
                  <a:lnTo>
                    <a:pt x="6669917" y="1587274"/>
                  </a:lnTo>
                  <a:lnTo>
                    <a:pt x="6657161" y="1590247"/>
                  </a:lnTo>
                  <a:lnTo>
                    <a:pt x="6652827" y="159067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05349" y="2628899"/>
              <a:ext cx="6715125" cy="1590675"/>
            </a:xfrm>
            <a:custGeom>
              <a:avLst/>
              <a:gdLst/>
              <a:ahLst/>
              <a:cxnLst/>
              <a:rect l="l" t="t" r="r" b="b"/>
              <a:pathLst>
                <a:path w="6715125" h="1590675">
                  <a:moveTo>
                    <a:pt x="0" y="152399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2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1"/>
                  </a:lnTo>
                  <a:lnTo>
                    <a:pt x="6706319" y="33272"/>
                  </a:lnTo>
                  <a:lnTo>
                    <a:pt x="6708372" y="37114"/>
                  </a:lnTo>
                  <a:lnTo>
                    <a:pt x="6710048" y="41159"/>
                  </a:lnTo>
                  <a:lnTo>
                    <a:pt x="6711723" y="45203"/>
                  </a:lnTo>
                  <a:lnTo>
                    <a:pt x="6712987" y="49372"/>
                  </a:lnTo>
                  <a:lnTo>
                    <a:pt x="6713842" y="53667"/>
                  </a:lnTo>
                  <a:lnTo>
                    <a:pt x="6714696" y="57960"/>
                  </a:lnTo>
                  <a:lnTo>
                    <a:pt x="6715123" y="62296"/>
                  </a:lnTo>
                  <a:lnTo>
                    <a:pt x="6715124" y="66674"/>
                  </a:lnTo>
                  <a:lnTo>
                    <a:pt x="6715124" y="1523999"/>
                  </a:lnTo>
                  <a:lnTo>
                    <a:pt x="6703885" y="1561042"/>
                  </a:lnTo>
                  <a:lnTo>
                    <a:pt x="6701453" y="1564682"/>
                  </a:lnTo>
                  <a:lnTo>
                    <a:pt x="6685490" y="1579437"/>
                  </a:lnTo>
                  <a:lnTo>
                    <a:pt x="6681849" y="1581869"/>
                  </a:lnTo>
                  <a:lnTo>
                    <a:pt x="6678008" y="1583923"/>
                  </a:lnTo>
                  <a:lnTo>
                    <a:pt x="6673963" y="1585599"/>
                  </a:lnTo>
                  <a:lnTo>
                    <a:pt x="6669917" y="1587274"/>
                  </a:lnTo>
                  <a:lnTo>
                    <a:pt x="6648449" y="1590674"/>
                  </a:lnTo>
                  <a:lnTo>
                    <a:pt x="66674" y="1590674"/>
                  </a:lnTo>
                  <a:lnTo>
                    <a:pt x="41158" y="1585599"/>
                  </a:lnTo>
                  <a:lnTo>
                    <a:pt x="37114" y="1583923"/>
                  </a:lnTo>
                  <a:lnTo>
                    <a:pt x="33271" y="1581869"/>
                  </a:lnTo>
                  <a:lnTo>
                    <a:pt x="29631" y="1579437"/>
                  </a:lnTo>
                  <a:lnTo>
                    <a:pt x="25991" y="1577005"/>
                  </a:lnTo>
                  <a:lnTo>
                    <a:pt x="11236" y="1561042"/>
                  </a:lnTo>
                  <a:lnTo>
                    <a:pt x="8803" y="1557401"/>
                  </a:lnTo>
                  <a:lnTo>
                    <a:pt x="6749" y="1553559"/>
                  </a:lnTo>
                  <a:lnTo>
                    <a:pt x="5074" y="1549514"/>
                  </a:lnTo>
                  <a:lnTo>
                    <a:pt x="3399" y="1545469"/>
                  </a:lnTo>
                  <a:lnTo>
                    <a:pt x="2134" y="1541300"/>
                  </a:lnTo>
                  <a:lnTo>
                    <a:pt x="1280" y="1537007"/>
                  </a:lnTo>
                  <a:lnTo>
                    <a:pt x="427" y="1532713"/>
                  </a:lnTo>
                  <a:lnTo>
                    <a:pt x="0" y="1528377"/>
                  </a:lnTo>
                  <a:lnTo>
                    <a:pt x="0" y="152399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6471" y="2848227"/>
              <a:ext cx="172253" cy="1455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7274" y="3162299"/>
              <a:ext cx="189934" cy="1523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7274" y="3476624"/>
              <a:ext cx="152399" cy="13334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72037" y="3771899"/>
              <a:ext cx="104768" cy="15239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695824" y="4381499"/>
            <a:ext cx="6734175" cy="2143125"/>
            <a:chOff x="4695824" y="4381499"/>
            <a:chExt cx="6734175" cy="2143125"/>
          </a:xfrm>
        </p:grpSpPr>
        <p:sp>
          <p:nvSpPr>
            <p:cNvPr id="16" name="object 16"/>
            <p:cNvSpPr/>
            <p:nvPr/>
          </p:nvSpPr>
          <p:spPr>
            <a:xfrm>
              <a:off x="4705349" y="4391024"/>
              <a:ext cx="6715125" cy="2124075"/>
            </a:xfrm>
            <a:custGeom>
              <a:avLst/>
              <a:gdLst/>
              <a:ahLst/>
              <a:cxnLst/>
              <a:rect l="l" t="t" r="r" b="b"/>
              <a:pathLst>
                <a:path w="6715125" h="2124075">
                  <a:moveTo>
                    <a:pt x="6652827" y="2124074"/>
                  </a:moveTo>
                  <a:lnTo>
                    <a:pt x="62296" y="2124074"/>
                  </a:lnTo>
                  <a:lnTo>
                    <a:pt x="57960" y="2123647"/>
                  </a:lnTo>
                  <a:lnTo>
                    <a:pt x="22623" y="2107640"/>
                  </a:lnTo>
                  <a:lnTo>
                    <a:pt x="2134" y="2074700"/>
                  </a:lnTo>
                  <a:lnTo>
                    <a:pt x="0" y="2061777"/>
                  </a:lnTo>
                  <a:lnTo>
                    <a:pt x="0" y="2057399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7"/>
                  </a:lnTo>
                  <a:lnTo>
                    <a:pt x="6715123" y="2061777"/>
                  </a:lnTo>
                  <a:lnTo>
                    <a:pt x="6701453" y="2098082"/>
                  </a:lnTo>
                  <a:lnTo>
                    <a:pt x="6669917" y="2120674"/>
                  </a:lnTo>
                  <a:lnTo>
                    <a:pt x="6657161" y="2123647"/>
                  </a:lnTo>
                  <a:lnTo>
                    <a:pt x="6652827" y="212407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05349" y="4391024"/>
              <a:ext cx="6715125" cy="2124075"/>
            </a:xfrm>
            <a:custGeom>
              <a:avLst/>
              <a:gdLst/>
              <a:ahLst/>
              <a:cxnLst/>
              <a:rect l="l" t="t" r="r" b="b"/>
              <a:pathLst>
                <a:path w="6715125" h="2124075">
                  <a:moveTo>
                    <a:pt x="0" y="2057399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2"/>
                  </a:lnTo>
                  <a:lnTo>
                    <a:pt x="3399" y="45203"/>
                  </a:lnTo>
                  <a:lnTo>
                    <a:pt x="5074" y="41158"/>
                  </a:lnTo>
                  <a:lnTo>
                    <a:pt x="6749" y="37113"/>
                  </a:lnTo>
                  <a:lnTo>
                    <a:pt x="8803" y="33271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92499" y="16432"/>
                  </a:lnTo>
                  <a:lnTo>
                    <a:pt x="6703885" y="29631"/>
                  </a:lnTo>
                  <a:lnTo>
                    <a:pt x="6706319" y="33271"/>
                  </a:lnTo>
                  <a:lnTo>
                    <a:pt x="6708372" y="37114"/>
                  </a:lnTo>
                  <a:lnTo>
                    <a:pt x="6710048" y="41159"/>
                  </a:lnTo>
                  <a:lnTo>
                    <a:pt x="6711723" y="45203"/>
                  </a:lnTo>
                  <a:lnTo>
                    <a:pt x="6715124" y="66674"/>
                  </a:lnTo>
                  <a:lnTo>
                    <a:pt x="6715124" y="2057399"/>
                  </a:lnTo>
                  <a:lnTo>
                    <a:pt x="6715123" y="2061777"/>
                  </a:lnTo>
                  <a:lnTo>
                    <a:pt x="6714696" y="2066113"/>
                  </a:lnTo>
                  <a:lnTo>
                    <a:pt x="6713842" y="2070406"/>
                  </a:lnTo>
                  <a:lnTo>
                    <a:pt x="6712987" y="2074700"/>
                  </a:lnTo>
                  <a:lnTo>
                    <a:pt x="6703885" y="2094441"/>
                  </a:lnTo>
                  <a:lnTo>
                    <a:pt x="6701453" y="2098082"/>
                  </a:lnTo>
                  <a:lnTo>
                    <a:pt x="6685490" y="2112837"/>
                  </a:lnTo>
                  <a:lnTo>
                    <a:pt x="6681849" y="2115269"/>
                  </a:lnTo>
                  <a:lnTo>
                    <a:pt x="6678008" y="2117323"/>
                  </a:lnTo>
                  <a:lnTo>
                    <a:pt x="6673963" y="2118998"/>
                  </a:lnTo>
                  <a:lnTo>
                    <a:pt x="6669917" y="2120674"/>
                  </a:lnTo>
                  <a:lnTo>
                    <a:pt x="6665749" y="2121939"/>
                  </a:lnTo>
                  <a:lnTo>
                    <a:pt x="6661455" y="2122793"/>
                  </a:lnTo>
                  <a:lnTo>
                    <a:pt x="6657161" y="2123647"/>
                  </a:lnTo>
                  <a:lnTo>
                    <a:pt x="6652827" y="2124074"/>
                  </a:lnTo>
                  <a:lnTo>
                    <a:pt x="6648449" y="2124074"/>
                  </a:lnTo>
                  <a:lnTo>
                    <a:pt x="66674" y="2124074"/>
                  </a:lnTo>
                  <a:lnTo>
                    <a:pt x="62296" y="2124074"/>
                  </a:lnTo>
                  <a:lnTo>
                    <a:pt x="57960" y="2123647"/>
                  </a:lnTo>
                  <a:lnTo>
                    <a:pt x="53667" y="2122793"/>
                  </a:lnTo>
                  <a:lnTo>
                    <a:pt x="49372" y="2121939"/>
                  </a:lnTo>
                  <a:lnTo>
                    <a:pt x="45203" y="2120674"/>
                  </a:lnTo>
                  <a:lnTo>
                    <a:pt x="41158" y="2118998"/>
                  </a:lnTo>
                  <a:lnTo>
                    <a:pt x="37114" y="2117323"/>
                  </a:lnTo>
                  <a:lnTo>
                    <a:pt x="11236" y="2094441"/>
                  </a:lnTo>
                  <a:lnTo>
                    <a:pt x="8803" y="2090801"/>
                  </a:lnTo>
                  <a:lnTo>
                    <a:pt x="6749" y="2086959"/>
                  </a:lnTo>
                  <a:lnTo>
                    <a:pt x="5074" y="2082914"/>
                  </a:lnTo>
                  <a:lnTo>
                    <a:pt x="3399" y="2078870"/>
                  </a:lnTo>
                  <a:lnTo>
                    <a:pt x="2134" y="2074700"/>
                  </a:lnTo>
                  <a:lnTo>
                    <a:pt x="1280" y="2070406"/>
                  </a:lnTo>
                  <a:lnTo>
                    <a:pt x="427" y="2066113"/>
                  </a:lnTo>
                  <a:lnTo>
                    <a:pt x="0" y="2061777"/>
                  </a:lnTo>
                  <a:lnTo>
                    <a:pt x="0" y="205739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67274" y="4600574"/>
              <a:ext cx="128587" cy="17144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148212" y="1098486"/>
            <a:ext cx="106807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팀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구성의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원리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67274" y="1485126"/>
            <a:ext cx="153035" cy="448945"/>
            <a:chOff x="4867274" y="1485126"/>
            <a:chExt cx="153035" cy="448945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67274" y="1485126"/>
              <a:ext cx="152429" cy="13489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67274" y="1781174"/>
              <a:ext cx="152399" cy="15239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105350" y="1453388"/>
            <a:ext cx="570738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latin typeface="Malgun Gothic"/>
                <a:cs typeface="Malgun Gothic"/>
              </a:rPr>
              <a:t>이질적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집단</a:t>
            </a:r>
            <a:r>
              <a:rPr sz="1350" b="1" spc="-125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구성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운동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0" dirty="0">
                <a:latin typeface="Dotum"/>
                <a:cs typeface="Dotum"/>
              </a:rPr>
              <a:t>능력</a:t>
            </a:r>
            <a:r>
              <a:rPr sz="1300" spc="-190" dirty="0">
                <a:latin typeface="Microsoft Sans Serif"/>
                <a:cs typeface="Microsoft Sans Serif"/>
              </a:rPr>
              <a:t>,</a:t>
            </a:r>
            <a:r>
              <a:rPr sz="1300" spc="5" dirty="0">
                <a:latin typeface="Microsoft Sans Serif"/>
                <a:cs typeface="Microsoft Sans Serif"/>
              </a:rPr>
              <a:t> </a:t>
            </a:r>
            <a:r>
              <a:rPr sz="1350" spc="-190" dirty="0">
                <a:latin typeface="Dotum"/>
                <a:cs typeface="Dotum"/>
              </a:rPr>
              <a:t>성격</a:t>
            </a:r>
            <a:r>
              <a:rPr sz="1300" spc="-190" dirty="0">
                <a:latin typeface="Microsoft Sans Serif"/>
                <a:cs typeface="Microsoft Sans Serif"/>
              </a:rPr>
              <a:t>,</a:t>
            </a:r>
            <a:r>
              <a:rPr sz="1300" dirty="0">
                <a:latin typeface="Microsoft Sans Serif"/>
                <a:cs typeface="Microsoft Sans Serif"/>
              </a:rPr>
              <a:t> </a:t>
            </a:r>
            <a:r>
              <a:rPr sz="1350" spc="-190" dirty="0">
                <a:latin typeface="Dotum"/>
                <a:cs typeface="Dotum"/>
              </a:rPr>
              <a:t>성별</a:t>
            </a:r>
            <a:r>
              <a:rPr sz="1300" spc="-190" dirty="0">
                <a:latin typeface="Microsoft Sans Serif"/>
                <a:cs typeface="Microsoft Sans Serif"/>
              </a:rPr>
              <a:t>,</a:t>
            </a:r>
            <a:r>
              <a:rPr sz="1300" spc="5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리더십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등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다양한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특성을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고려한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균형있는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구성</a:t>
            </a:r>
            <a:endParaRPr sz="1350">
              <a:latin typeface="Dotum"/>
              <a:cs typeface="Dotu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350" y="1736242"/>
            <a:ext cx="611759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5"/>
              </a:spcBef>
            </a:pPr>
            <a:r>
              <a:rPr sz="1350" b="1" spc="-260" dirty="0">
                <a:latin typeface="Malgun Gothic"/>
                <a:cs typeface="Malgun Gothic"/>
              </a:rPr>
              <a:t>팀</a:t>
            </a:r>
            <a:r>
              <a:rPr sz="1350" b="1" spc="-10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크기</a:t>
            </a:r>
            <a:r>
              <a:rPr sz="1350" b="1" spc="-10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결정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5" dirty="0">
                <a:latin typeface="Arial"/>
                <a:cs typeface="Arial"/>
              </a:rPr>
              <a:t> </a:t>
            </a:r>
            <a:r>
              <a:rPr sz="1300" spc="-45" dirty="0">
                <a:latin typeface="Microsoft Sans Serif"/>
                <a:cs typeface="Microsoft Sans Serif"/>
              </a:rPr>
              <a:t>4-</a:t>
            </a:r>
            <a:r>
              <a:rPr sz="1300" spc="-200" dirty="0">
                <a:latin typeface="Microsoft Sans Serif"/>
                <a:cs typeface="Microsoft Sans Serif"/>
              </a:rPr>
              <a:t>5</a:t>
            </a:r>
            <a:r>
              <a:rPr sz="1350" spc="-200" dirty="0">
                <a:latin typeface="Dotum"/>
                <a:cs typeface="Dotum"/>
              </a:rPr>
              <a:t>명이</a:t>
            </a:r>
            <a:r>
              <a:rPr sz="1350" spc="-7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가장</a:t>
            </a:r>
            <a:r>
              <a:rPr sz="1350" spc="-7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효과적</a:t>
            </a:r>
            <a:r>
              <a:rPr sz="1350" spc="-70" dirty="0">
                <a:latin typeface="Dotum"/>
                <a:cs typeface="Dotum"/>
              </a:rPr>
              <a:t> </a:t>
            </a:r>
            <a:r>
              <a:rPr sz="1300" spc="-45" dirty="0">
                <a:latin typeface="Microsoft Sans Serif"/>
                <a:cs typeface="Microsoft Sans Serif"/>
              </a:rPr>
              <a:t>(3-</a:t>
            </a:r>
            <a:r>
              <a:rPr sz="1300" spc="-125" dirty="0">
                <a:latin typeface="Microsoft Sans Serif"/>
                <a:cs typeface="Microsoft Sans Serif"/>
              </a:rPr>
              <a:t>4</a:t>
            </a:r>
            <a:r>
              <a:rPr sz="1350" spc="-125" dirty="0">
                <a:latin typeface="Dotum"/>
                <a:cs typeface="Dotum"/>
              </a:rPr>
              <a:t>명</a:t>
            </a:r>
            <a:r>
              <a:rPr sz="1300" spc="-125" dirty="0">
                <a:latin typeface="Microsoft Sans Serif"/>
                <a:cs typeface="Microsoft Sans Serif"/>
              </a:rPr>
              <a:t>:</a:t>
            </a:r>
            <a:r>
              <a:rPr sz="1300" spc="30" dirty="0">
                <a:latin typeface="Microsoft Sans Serif"/>
                <a:cs typeface="Microsoft Sans Serif"/>
              </a:rPr>
              <a:t> </a:t>
            </a:r>
            <a:r>
              <a:rPr sz="1350" dirty="0">
                <a:latin typeface="Dotum"/>
                <a:cs typeface="Dotum"/>
              </a:rPr>
              <a:t>참여</a:t>
            </a:r>
            <a:r>
              <a:rPr sz="1300" dirty="0">
                <a:latin typeface="Microsoft Sans Serif"/>
                <a:cs typeface="Microsoft Sans Serif"/>
              </a:rPr>
              <a:t>↑/</a:t>
            </a:r>
            <a:r>
              <a:rPr sz="1350" dirty="0">
                <a:latin typeface="Dotum"/>
                <a:cs typeface="Dotum"/>
              </a:rPr>
              <a:t>역할</a:t>
            </a:r>
            <a:r>
              <a:rPr sz="1300" dirty="0">
                <a:latin typeface="Microsoft Sans Serif"/>
                <a:cs typeface="Microsoft Sans Serif"/>
              </a:rPr>
              <a:t>↓,</a:t>
            </a:r>
            <a:r>
              <a:rPr sz="1300" spc="35" dirty="0">
                <a:latin typeface="Microsoft Sans Serif"/>
                <a:cs typeface="Microsoft Sans Serif"/>
              </a:rPr>
              <a:t> </a:t>
            </a:r>
            <a:r>
              <a:rPr sz="1300" spc="-45" dirty="0">
                <a:latin typeface="Microsoft Sans Serif"/>
                <a:cs typeface="Microsoft Sans Serif"/>
              </a:rPr>
              <a:t>5-</a:t>
            </a:r>
            <a:r>
              <a:rPr sz="1300" spc="-125" dirty="0">
                <a:latin typeface="Microsoft Sans Serif"/>
                <a:cs typeface="Microsoft Sans Serif"/>
              </a:rPr>
              <a:t>6</a:t>
            </a:r>
            <a:r>
              <a:rPr sz="1350" spc="-125" dirty="0">
                <a:latin typeface="Dotum"/>
                <a:cs typeface="Dotum"/>
              </a:rPr>
              <a:t>명</a:t>
            </a:r>
            <a:r>
              <a:rPr sz="1300" spc="-125" dirty="0">
                <a:latin typeface="Microsoft Sans Serif"/>
                <a:cs typeface="Microsoft Sans Serif"/>
              </a:rPr>
              <a:t>:</a:t>
            </a:r>
            <a:r>
              <a:rPr sz="1300" spc="30" dirty="0">
                <a:latin typeface="Microsoft Sans Serif"/>
                <a:cs typeface="Microsoft Sans Serif"/>
              </a:rPr>
              <a:t> </a:t>
            </a:r>
            <a:r>
              <a:rPr sz="1350" dirty="0">
                <a:latin typeface="Dotum"/>
                <a:cs typeface="Dotum"/>
              </a:rPr>
              <a:t>역할</a:t>
            </a:r>
            <a:r>
              <a:rPr sz="1300" dirty="0">
                <a:latin typeface="Microsoft Sans Serif"/>
                <a:cs typeface="Microsoft Sans Serif"/>
              </a:rPr>
              <a:t>↑/</a:t>
            </a:r>
            <a:r>
              <a:rPr sz="1350" dirty="0">
                <a:latin typeface="Dotum"/>
                <a:cs typeface="Dotum"/>
              </a:rPr>
              <a:t>참여</a:t>
            </a:r>
            <a:r>
              <a:rPr sz="1300" dirty="0">
                <a:latin typeface="Microsoft Sans Serif"/>
                <a:cs typeface="Microsoft Sans Serif"/>
              </a:rPr>
              <a:t>↓,</a:t>
            </a:r>
            <a:r>
              <a:rPr sz="1300" spc="35" dirty="0">
                <a:latin typeface="Microsoft Sans Serif"/>
                <a:cs typeface="Microsoft Sans Serif"/>
              </a:rPr>
              <a:t> </a:t>
            </a:r>
            <a:r>
              <a:rPr sz="1300" spc="-165" dirty="0">
                <a:latin typeface="Microsoft Sans Serif"/>
                <a:cs typeface="Microsoft Sans Serif"/>
              </a:rPr>
              <a:t>7</a:t>
            </a:r>
            <a:r>
              <a:rPr sz="1350" spc="-165" dirty="0">
                <a:latin typeface="Dotum"/>
                <a:cs typeface="Dotum"/>
              </a:rPr>
              <a:t>명</a:t>
            </a:r>
            <a:r>
              <a:rPr sz="1350" spc="-75" dirty="0">
                <a:latin typeface="Dotum"/>
                <a:cs typeface="Dotum"/>
              </a:rPr>
              <a:t> </a:t>
            </a:r>
            <a:r>
              <a:rPr sz="1350" spc="-190" dirty="0">
                <a:latin typeface="Dotum"/>
                <a:cs typeface="Dotum"/>
              </a:rPr>
              <a:t>이상</a:t>
            </a:r>
            <a:r>
              <a:rPr sz="1300" spc="-190" dirty="0">
                <a:latin typeface="Microsoft Sans Serif"/>
                <a:cs typeface="Microsoft Sans Serif"/>
              </a:rPr>
              <a:t>:</a:t>
            </a:r>
            <a:r>
              <a:rPr sz="1300" spc="30" dirty="0">
                <a:latin typeface="Microsoft Sans Serif"/>
                <a:cs typeface="Microsoft Sans Serif"/>
              </a:rPr>
              <a:t> </a:t>
            </a:r>
            <a:r>
              <a:rPr sz="1350" spc="-335" dirty="0">
                <a:latin typeface="Dotum"/>
                <a:cs typeface="Dotum"/>
              </a:rPr>
              <a:t>관리</a:t>
            </a:r>
            <a:r>
              <a:rPr sz="1350" spc="-20" dirty="0">
                <a:latin typeface="Dotum"/>
                <a:cs typeface="Dotum"/>
              </a:rPr>
              <a:t> 어려움</a:t>
            </a:r>
            <a:r>
              <a:rPr sz="1300" spc="-20" dirty="0">
                <a:latin typeface="Microsoft Sans Serif"/>
                <a:cs typeface="Microsoft Sans Serif"/>
              </a:rPr>
              <a:t>)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67250" y="2784411"/>
            <a:ext cx="5585460" cy="11969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과제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설계의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핵심</a:t>
            </a:r>
            <a:endParaRPr sz="1500">
              <a:latin typeface="Malgun Gothic"/>
              <a:cs typeface="Malgun Gothic"/>
            </a:endParaRPr>
          </a:p>
          <a:p>
            <a:pPr marL="12700" marR="5080" indent="76200">
              <a:lnSpc>
                <a:spcPct val="148100"/>
              </a:lnSpc>
              <a:spcBef>
                <a:spcPts val="195"/>
              </a:spcBef>
            </a:pPr>
            <a:r>
              <a:rPr sz="1350" b="1" spc="-260" dirty="0">
                <a:latin typeface="Malgun Gothic"/>
                <a:cs typeface="Malgun Gothic"/>
              </a:rPr>
              <a:t>역할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분담의</a:t>
            </a:r>
            <a:r>
              <a:rPr sz="1350" b="1" spc="-125" dirty="0">
                <a:latin typeface="Malgun Gothic"/>
                <a:cs typeface="Malgun Gothic"/>
              </a:rPr>
              <a:t> </a:t>
            </a:r>
            <a:r>
              <a:rPr sz="1350" b="1" spc="-215" dirty="0">
                <a:latin typeface="Malgun Gothic"/>
                <a:cs typeface="Malgun Gothic"/>
              </a:rPr>
              <a:t>명확성</a:t>
            </a:r>
            <a:r>
              <a:rPr sz="1350" b="1" spc="-215" dirty="0">
                <a:latin typeface="Arial"/>
                <a:cs typeface="Arial"/>
              </a:rPr>
              <a:t>:</a:t>
            </a:r>
            <a:r>
              <a:rPr sz="1350" b="1" spc="-25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각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팀원의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역할이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명확하고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상호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보완적이어야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함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00" spc="-220" dirty="0">
                <a:latin typeface="Microsoft Sans Serif"/>
                <a:cs typeface="Microsoft Sans Serif"/>
              </a:rPr>
              <a:t>(</a:t>
            </a:r>
            <a:r>
              <a:rPr sz="1350" spc="-220" dirty="0">
                <a:latin typeface="Dotum"/>
                <a:cs typeface="Dotum"/>
              </a:rPr>
              <a:t>무임승차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5" dirty="0">
                <a:latin typeface="Dotum"/>
                <a:cs typeface="Dotum"/>
              </a:rPr>
              <a:t>방지</a:t>
            </a:r>
            <a:r>
              <a:rPr sz="1300" spc="-25" dirty="0">
                <a:latin typeface="Microsoft Sans Serif"/>
                <a:cs typeface="Microsoft Sans Serif"/>
              </a:rPr>
              <a:t>) </a:t>
            </a:r>
            <a:r>
              <a:rPr sz="1350" b="1" spc="-260" dirty="0">
                <a:latin typeface="Malgun Gothic"/>
                <a:cs typeface="Malgun Gothic"/>
              </a:rPr>
              <a:t>적절한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도전</a:t>
            </a:r>
            <a:r>
              <a:rPr sz="1350" b="1" spc="-125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수준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25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팀이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노력하면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달성할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수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있는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수준의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과제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설계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00" spc="-190" dirty="0">
                <a:latin typeface="Microsoft Sans Serif"/>
                <a:cs typeface="Microsoft Sans Serif"/>
              </a:rPr>
              <a:t>(</a:t>
            </a:r>
            <a:r>
              <a:rPr sz="1350" spc="-190" dirty="0">
                <a:latin typeface="Dotum"/>
                <a:cs typeface="Dotum"/>
              </a:rPr>
              <a:t>너무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04" dirty="0">
                <a:latin typeface="Dotum"/>
                <a:cs typeface="Dotum"/>
              </a:rPr>
              <a:t>쉬움</a:t>
            </a:r>
            <a:r>
              <a:rPr sz="1300" spc="-204" dirty="0">
                <a:latin typeface="Microsoft Sans Serif"/>
                <a:cs typeface="Microsoft Sans Serif"/>
              </a:rPr>
              <a:t>/</a:t>
            </a:r>
            <a:r>
              <a:rPr sz="1350" spc="-204" dirty="0">
                <a:latin typeface="Dotum"/>
                <a:cs typeface="Dotum"/>
              </a:rPr>
              <a:t>어려움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200" spc="-25" dirty="0">
                <a:latin typeface="DejaVu Sans"/>
                <a:cs typeface="DejaVu Sans"/>
              </a:rPr>
              <a:t>✗</a:t>
            </a:r>
            <a:r>
              <a:rPr sz="1300" spc="-25" dirty="0">
                <a:latin typeface="Microsoft Sans Serif"/>
                <a:cs typeface="Microsoft Sans Serif"/>
              </a:rPr>
              <a:t>) </a:t>
            </a:r>
            <a:r>
              <a:rPr sz="1350" b="1" spc="-260" dirty="0">
                <a:latin typeface="Malgun Gothic"/>
                <a:cs typeface="Malgun Gothic"/>
              </a:rPr>
              <a:t>창의적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사고를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요구하는</a:t>
            </a:r>
            <a:r>
              <a:rPr sz="1350" b="1" spc="-125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과제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30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다양한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접근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방법이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가능하도록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열린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형태의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과제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설계</a:t>
            </a:r>
            <a:endParaRPr sz="1350">
              <a:latin typeface="Dotum"/>
              <a:cs typeface="Dotu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857700" y="4546536"/>
            <a:ext cx="4121150" cy="5543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평가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방법의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다양화</a:t>
            </a:r>
            <a:endParaRPr sz="15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150" spc="-190" dirty="0">
                <a:solidFill>
                  <a:srgbClr val="4A5462"/>
                </a:solidFill>
                <a:latin typeface="Dotum"/>
                <a:cs typeface="Dotum"/>
              </a:rPr>
              <a:t>개별</a:t>
            </a:r>
            <a:r>
              <a:rPr sz="1150" spc="-8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4A5462"/>
                </a:solidFill>
                <a:latin typeface="Dotum"/>
                <a:cs typeface="Dotum"/>
              </a:rPr>
              <a:t>평가와</a:t>
            </a:r>
            <a:r>
              <a:rPr sz="115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4A5462"/>
                </a:solidFill>
                <a:latin typeface="Dotum"/>
                <a:cs typeface="Dotum"/>
              </a:rPr>
              <a:t>집단</a:t>
            </a:r>
            <a:r>
              <a:rPr sz="115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4A5462"/>
                </a:solidFill>
                <a:latin typeface="Dotum"/>
                <a:cs typeface="Dotum"/>
              </a:rPr>
              <a:t>평가의</a:t>
            </a:r>
            <a:r>
              <a:rPr sz="115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4A5462"/>
                </a:solidFill>
                <a:latin typeface="Dotum"/>
                <a:cs typeface="Dotum"/>
              </a:rPr>
              <a:t>균형적</a:t>
            </a:r>
            <a:r>
              <a:rPr sz="1150" spc="-8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45" dirty="0">
                <a:solidFill>
                  <a:srgbClr val="4A5462"/>
                </a:solidFill>
                <a:latin typeface="Dotum"/>
                <a:cs typeface="Dotum"/>
              </a:rPr>
              <a:t>조합</a:t>
            </a:r>
            <a:r>
              <a:rPr sz="1150" spc="-145" dirty="0">
                <a:solidFill>
                  <a:srgbClr val="4A5462"/>
                </a:solidFill>
                <a:latin typeface="Futura Lt BT"/>
                <a:cs typeface="Futura Lt BT"/>
              </a:rPr>
              <a:t>,</a:t>
            </a:r>
            <a:r>
              <a:rPr sz="1150" spc="-20" dirty="0">
                <a:solidFill>
                  <a:srgbClr val="4A5462"/>
                </a:solidFill>
                <a:latin typeface="Futura Lt BT"/>
                <a:cs typeface="Futura Lt BT"/>
              </a:rPr>
              <a:t> </a:t>
            </a:r>
            <a:r>
              <a:rPr sz="1150" spc="-190" dirty="0">
                <a:solidFill>
                  <a:srgbClr val="4A5462"/>
                </a:solidFill>
                <a:latin typeface="Dotum"/>
                <a:cs typeface="Dotum"/>
              </a:rPr>
              <a:t>과정</a:t>
            </a:r>
            <a:r>
              <a:rPr sz="115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4A5462"/>
                </a:solidFill>
                <a:latin typeface="Dotum"/>
                <a:cs typeface="Dotum"/>
              </a:rPr>
              <a:t>평가</a:t>
            </a:r>
            <a:r>
              <a:rPr sz="115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45" dirty="0">
                <a:solidFill>
                  <a:srgbClr val="4A5462"/>
                </a:solidFill>
                <a:latin typeface="Dotum"/>
                <a:cs typeface="Dotum"/>
              </a:rPr>
              <a:t>강조</a:t>
            </a:r>
            <a:r>
              <a:rPr sz="1150" spc="-145" dirty="0">
                <a:solidFill>
                  <a:srgbClr val="4A5462"/>
                </a:solidFill>
                <a:latin typeface="Futura Lt BT"/>
                <a:cs typeface="Futura Lt BT"/>
              </a:rPr>
              <a:t>,</a:t>
            </a:r>
            <a:r>
              <a:rPr sz="1150" spc="-25" dirty="0">
                <a:solidFill>
                  <a:srgbClr val="4A5462"/>
                </a:solidFill>
                <a:latin typeface="Futura Lt BT"/>
                <a:cs typeface="Futura Lt BT"/>
              </a:rPr>
              <a:t> </a:t>
            </a:r>
            <a:r>
              <a:rPr sz="1150" spc="-165" dirty="0">
                <a:solidFill>
                  <a:srgbClr val="4A5462"/>
                </a:solidFill>
                <a:latin typeface="Dotum"/>
                <a:cs typeface="Dotum"/>
              </a:rPr>
              <a:t>자기</a:t>
            </a:r>
            <a:r>
              <a:rPr sz="1150" spc="-165" dirty="0">
                <a:solidFill>
                  <a:srgbClr val="4A5462"/>
                </a:solidFill>
                <a:latin typeface="Futura Lt BT"/>
                <a:cs typeface="Futura Lt BT"/>
              </a:rPr>
              <a:t>/</a:t>
            </a:r>
            <a:r>
              <a:rPr sz="1150" spc="-165" dirty="0">
                <a:solidFill>
                  <a:srgbClr val="4A5462"/>
                </a:solidFill>
                <a:latin typeface="Dotum"/>
                <a:cs typeface="Dotum"/>
              </a:rPr>
              <a:t>동료</a:t>
            </a:r>
            <a:r>
              <a:rPr sz="115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90" dirty="0">
                <a:solidFill>
                  <a:srgbClr val="4A5462"/>
                </a:solidFill>
                <a:latin typeface="Dotum"/>
                <a:cs typeface="Dotum"/>
              </a:rPr>
              <a:t>평가</a:t>
            </a:r>
            <a:r>
              <a:rPr sz="115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150" spc="-165" dirty="0">
                <a:solidFill>
                  <a:srgbClr val="4A5462"/>
                </a:solidFill>
                <a:latin typeface="Dotum"/>
                <a:cs typeface="Dotum"/>
              </a:rPr>
              <a:t>활용</a:t>
            </a:r>
            <a:endParaRPr sz="1150">
              <a:latin typeface="Dotum"/>
              <a:cs typeface="Dotum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57700" y="5161089"/>
            <a:ext cx="836294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개별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기능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65" dirty="0">
                <a:latin typeface="Dotum"/>
                <a:cs typeface="Dotum"/>
              </a:rPr>
              <a:t>평가</a:t>
            </a:r>
            <a:endParaRPr sz="1150">
              <a:latin typeface="Dotum"/>
              <a:cs typeface="Dotum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10274" y="5181599"/>
            <a:ext cx="5248275" cy="1019175"/>
            <a:chOff x="6010274" y="5181599"/>
            <a:chExt cx="5248275" cy="1019175"/>
          </a:xfrm>
        </p:grpSpPr>
        <p:sp>
          <p:nvSpPr>
            <p:cNvPr id="29" name="object 29"/>
            <p:cNvSpPr/>
            <p:nvPr/>
          </p:nvSpPr>
          <p:spPr>
            <a:xfrm>
              <a:off x="6010262" y="5181600"/>
              <a:ext cx="5248275" cy="1019175"/>
            </a:xfrm>
            <a:custGeom>
              <a:avLst/>
              <a:gdLst/>
              <a:ahLst/>
              <a:cxnLst/>
              <a:rect l="l" t="t" r="r" b="b"/>
              <a:pathLst>
                <a:path w="5248275" h="1019175">
                  <a:moveTo>
                    <a:pt x="5248275" y="917676"/>
                  </a:moveTo>
                  <a:lnTo>
                    <a:pt x="5235702" y="876211"/>
                  </a:lnTo>
                  <a:lnTo>
                    <a:pt x="5200751" y="841260"/>
                  </a:lnTo>
                  <a:lnTo>
                    <a:pt x="5159286" y="828675"/>
                  </a:lnTo>
                  <a:lnTo>
                    <a:pt x="89001" y="828675"/>
                  </a:lnTo>
                  <a:lnTo>
                    <a:pt x="47536" y="841260"/>
                  </a:lnTo>
                  <a:lnTo>
                    <a:pt x="12585" y="876211"/>
                  </a:lnTo>
                  <a:lnTo>
                    <a:pt x="0" y="917676"/>
                  </a:lnTo>
                  <a:lnTo>
                    <a:pt x="0" y="923925"/>
                  </a:lnTo>
                  <a:lnTo>
                    <a:pt x="0" y="930186"/>
                  </a:lnTo>
                  <a:lnTo>
                    <a:pt x="12585" y="971651"/>
                  </a:lnTo>
                  <a:lnTo>
                    <a:pt x="47536" y="1006602"/>
                  </a:lnTo>
                  <a:lnTo>
                    <a:pt x="89001" y="1019175"/>
                  </a:lnTo>
                  <a:lnTo>
                    <a:pt x="5159286" y="1019175"/>
                  </a:lnTo>
                  <a:lnTo>
                    <a:pt x="5200751" y="1006602"/>
                  </a:lnTo>
                  <a:lnTo>
                    <a:pt x="5235702" y="971651"/>
                  </a:lnTo>
                  <a:lnTo>
                    <a:pt x="5248275" y="930186"/>
                  </a:lnTo>
                  <a:lnTo>
                    <a:pt x="5248275" y="917676"/>
                  </a:lnTo>
                  <a:close/>
                </a:path>
                <a:path w="5248275" h="1019175">
                  <a:moveTo>
                    <a:pt x="5248275" y="641451"/>
                  </a:moveTo>
                  <a:lnTo>
                    <a:pt x="5235702" y="599986"/>
                  </a:lnTo>
                  <a:lnTo>
                    <a:pt x="5200751" y="565035"/>
                  </a:lnTo>
                  <a:lnTo>
                    <a:pt x="5159286" y="552450"/>
                  </a:lnTo>
                  <a:lnTo>
                    <a:pt x="89001" y="552450"/>
                  </a:lnTo>
                  <a:lnTo>
                    <a:pt x="47536" y="565035"/>
                  </a:lnTo>
                  <a:lnTo>
                    <a:pt x="12585" y="599986"/>
                  </a:lnTo>
                  <a:lnTo>
                    <a:pt x="0" y="641451"/>
                  </a:lnTo>
                  <a:lnTo>
                    <a:pt x="0" y="647700"/>
                  </a:lnTo>
                  <a:lnTo>
                    <a:pt x="0" y="653961"/>
                  </a:lnTo>
                  <a:lnTo>
                    <a:pt x="12585" y="695426"/>
                  </a:lnTo>
                  <a:lnTo>
                    <a:pt x="47536" y="730377"/>
                  </a:lnTo>
                  <a:lnTo>
                    <a:pt x="89001" y="742950"/>
                  </a:lnTo>
                  <a:lnTo>
                    <a:pt x="5159286" y="742950"/>
                  </a:lnTo>
                  <a:lnTo>
                    <a:pt x="5200751" y="730377"/>
                  </a:lnTo>
                  <a:lnTo>
                    <a:pt x="5235702" y="695426"/>
                  </a:lnTo>
                  <a:lnTo>
                    <a:pt x="5248275" y="653961"/>
                  </a:lnTo>
                  <a:lnTo>
                    <a:pt x="5248275" y="641451"/>
                  </a:lnTo>
                  <a:close/>
                </a:path>
                <a:path w="5248275" h="1019175">
                  <a:moveTo>
                    <a:pt x="5248275" y="365226"/>
                  </a:moveTo>
                  <a:lnTo>
                    <a:pt x="5235702" y="323761"/>
                  </a:lnTo>
                  <a:lnTo>
                    <a:pt x="5200751" y="288810"/>
                  </a:lnTo>
                  <a:lnTo>
                    <a:pt x="5159286" y="276225"/>
                  </a:lnTo>
                  <a:lnTo>
                    <a:pt x="89001" y="276225"/>
                  </a:lnTo>
                  <a:lnTo>
                    <a:pt x="47536" y="288810"/>
                  </a:lnTo>
                  <a:lnTo>
                    <a:pt x="12585" y="323761"/>
                  </a:lnTo>
                  <a:lnTo>
                    <a:pt x="0" y="365226"/>
                  </a:lnTo>
                  <a:lnTo>
                    <a:pt x="0" y="371475"/>
                  </a:lnTo>
                  <a:lnTo>
                    <a:pt x="0" y="377736"/>
                  </a:lnTo>
                  <a:lnTo>
                    <a:pt x="12585" y="419201"/>
                  </a:lnTo>
                  <a:lnTo>
                    <a:pt x="47536" y="454152"/>
                  </a:lnTo>
                  <a:lnTo>
                    <a:pt x="89001" y="466725"/>
                  </a:lnTo>
                  <a:lnTo>
                    <a:pt x="5159286" y="466725"/>
                  </a:lnTo>
                  <a:lnTo>
                    <a:pt x="5200751" y="454152"/>
                  </a:lnTo>
                  <a:lnTo>
                    <a:pt x="5235702" y="419201"/>
                  </a:lnTo>
                  <a:lnTo>
                    <a:pt x="5248275" y="377736"/>
                  </a:lnTo>
                  <a:lnTo>
                    <a:pt x="5248275" y="365226"/>
                  </a:lnTo>
                  <a:close/>
                </a:path>
                <a:path w="5248275" h="1019175">
                  <a:moveTo>
                    <a:pt x="5248275" y="89001"/>
                  </a:moveTo>
                  <a:lnTo>
                    <a:pt x="5235702" y="47536"/>
                  </a:lnTo>
                  <a:lnTo>
                    <a:pt x="5200751" y="12585"/>
                  </a:lnTo>
                  <a:lnTo>
                    <a:pt x="5159286" y="0"/>
                  </a:lnTo>
                  <a:lnTo>
                    <a:pt x="89001" y="0"/>
                  </a:lnTo>
                  <a:lnTo>
                    <a:pt x="47536" y="12585"/>
                  </a:lnTo>
                  <a:lnTo>
                    <a:pt x="12585" y="47536"/>
                  </a:lnTo>
                  <a:lnTo>
                    <a:pt x="0" y="89001"/>
                  </a:lnTo>
                  <a:lnTo>
                    <a:pt x="0" y="95250"/>
                  </a:lnTo>
                  <a:lnTo>
                    <a:pt x="0" y="101511"/>
                  </a:lnTo>
                  <a:lnTo>
                    <a:pt x="12585" y="142976"/>
                  </a:lnTo>
                  <a:lnTo>
                    <a:pt x="47536" y="177927"/>
                  </a:lnTo>
                  <a:lnTo>
                    <a:pt x="89001" y="190500"/>
                  </a:lnTo>
                  <a:lnTo>
                    <a:pt x="5159286" y="190500"/>
                  </a:lnTo>
                  <a:lnTo>
                    <a:pt x="5200751" y="177927"/>
                  </a:lnTo>
                  <a:lnTo>
                    <a:pt x="5235702" y="142976"/>
                  </a:lnTo>
                  <a:lnTo>
                    <a:pt x="5248275" y="101511"/>
                  </a:lnTo>
                  <a:lnTo>
                    <a:pt x="5248275" y="89001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010274" y="5181599"/>
              <a:ext cx="2105025" cy="190500"/>
            </a:xfrm>
            <a:custGeom>
              <a:avLst/>
              <a:gdLst/>
              <a:ahLst/>
              <a:cxnLst/>
              <a:rect l="l" t="t" r="r" b="b"/>
              <a:pathLst>
                <a:path w="2105025" h="190500">
                  <a:moveTo>
                    <a:pt x="2016028" y="190499"/>
                  </a:moveTo>
                  <a:lnTo>
                    <a:pt x="95249" y="190499"/>
                  </a:lnTo>
                  <a:lnTo>
                    <a:pt x="85866" y="190046"/>
                  </a:lnTo>
                  <a:lnTo>
                    <a:pt x="42321" y="174461"/>
                  </a:lnTo>
                  <a:lnTo>
                    <a:pt x="11259" y="140195"/>
                  </a:lnTo>
                  <a:lnTo>
                    <a:pt x="0" y="95249"/>
                  </a:lnTo>
                  <a:lnTo>
                    <a:pt x="452" y="85866"/>
                  </a:lnTo>
                  <a:lnTo>
                    <a:pt x="16036" y="42323"/>
                  </a:lnTo>
                  <a:lnTo>
                    <a:pt x="50303" y="11259"/>
                  </a:lnTo>
                  <a:lnTo>
                    <a:pt x="95249" y="0"/>
                  </a:lnTo>
                  <a:lnTo>
                    <a:pt x="2016028" y="0"/>
                  </a:lnTo>
                  <a:lnTo>
                    <a:pt x="2057491" y="12576"/>
                  </a:lnTo>
                  <a:lnTo>
                    <a:pt x="2092445" y="47531"/>
                  </a:lnTo>
                  <a:lnTo>
                    <a:pt x="2105023" y="88995"/>
                  </a:lnTo>
                  <a:lnTo>
                    <a:pt x="2105023" y="101503"/>
                  </a:lnTo>
                  <a:lnTo>
                    <a:pt x="2092445" y="142967"/>
                  </a:lnTo>
                  <a:lnTo>
                    <a:pt x="2057491" y="177921"/>
                  </a:lnTo>
                  <a:lnTo>
                    <a:pt x="2016028" y="1904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857700" y="5437314"/>
            <a:ext cx="71374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팀</a:t>
            </a:r>
            <a:r>
              <a:rPr sz="1150" spc="-90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성과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65" dirty="0">
                <a:latin typeface="Dotum"/>
                <a:cs typeface="Dotum"/>
              </a:rPr>
              <a:t>평가</a:t>
            </a:r>
            <a:endParaRPr sz="1150">
              <a:latin typeface="Dotum"/>
              <a:cs typeface="Dotum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57700" y="5713539"/>
            <a:ext cx="836294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협력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과정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65" dirty="0">
                <a:latin typeface="Dotum"/>
                <a:cs typeface="Dotum"/>
              </a:rPr>
              <a:t>평가</a:t>
            </a:r>
            <a:endParaRPr sz="1150">
              <a:latin typeface="Dotum"/>
              <a:cs typeface="Dotum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57700" y="5989764"/>
            <a:ext cx="55372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태도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65" dirty="0">
                <a:latin typeface="Dotum"/>
                <a:cs typeface="Dotum"/>
              </a:rPr>
              <a:t>평가</a:t>
            </a:r>
            <a:endParaRPr sz="1150">
              <a:latin typeface="Dotum"/>
              <a:cs typeface="Dotum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070940" y="2256829"/>
            <a:ext cx="701675" cy="557530"/>
          </a:xfrm>
          <a:custGeom>
            <a:avLst/>
            <a:gdLst/>
            <a:ahLst/>
            <a:cxnLst/>
            <a:rect l="l" t="t" r="r" b="b"/>
            <a:pathLst>
              <a:path w="701675" h="557530">
                <a:moveTo>
                  <a:pt x="265201" y="76200"/>
                </a:moveTo>
                <a:lnTo>
                  <a:pt x="83816" y="76200"/>
                </a:lnTo>
                <a:lnTo>
                  <a:pt x="93081" y="69850"/>
                </a:lnTo>
                <a:lnTo>
                  <a:pt x="102932" y="63500"/>
                </a:lnTo>
                <a:lnTo>
                  <a:pt x="113326" y="57150"/>
                </a:lnTo>
                <a:lnTo>
                  <a:pt x="124223" y="53340"/>
                </a:lnTo>
                <a:lnTo>
                  <a:pt x="131032" y="20320"/>
                </a:lnTo>
                <a:lnTo>
                  <a:pt x="133678" y="12700"/>
                </a:lnTo>
                <a:lnTo>
                  <a:pt x="138218" y="7620"/>
                </a:lnTo>
                <a:lnTo>
                  <a:pt x="144327" y="2540"/>
                </a:lnTo>
                <a:lnTo>
                  <a:pt x="159049" y="0"/>
                </a:lnTo>
                <a:lnTo>
                  <a:pt x="189968" y="0"/>
                </a:lnTo>
                <a:lnTo>
                  <a:pt x="224794" y="53340"/>
                </a:lnTo>
                <a:lnTo>
                  <a:pt x="235644" y="57150"/>
                </a:lnTo>
                <a:lnTo>
                  <a:pt x="246044" y="63500"/>
                </a:lnTo>
                <a:lnTo>
                  <a:pt x="255921" y="69850"/>
                </a:lnTo>
                <a:lnTo>
                  <a:pt x="265201" y="76200"/>
                </a:lnTo>
                <a:close/>
              </a:path>
              <a:path w="701675" h="557530">
                <a:moveTo>
                  <a:pt x="44576" y="308610"/>
                </a:moveTo>
                <a:lnTo>
                  <a:pt x="37061" y="308610"/>
                </a:lnTo>
                <a:lnTo>
                  <a:pt x="30237" y="304800"/>
                </a:lnTo>
                <a:lnTo>
                  <a:pt x="24657" y="299720"/>
                </a:lnTo>
                <a:lnTo>
                  <a:pt x="20639" y="294640"/>
                </a:lnTo>
                <a:lnTo>
                  <a:pt x="16955" y="289560"/>
                </a:lnTo>
                <a:lnTo>
                  <a:pt x="13607" y="283210"/>
                </a:lnTo>
                <a:lnTo>
                  <a:pt x="10258" y="278130"/>
                </a:lnTo>
                <a:lnTo>
                  <a:pt x="7133" y="271780"/>
                </a:lnTo>
                <a:lnTo>
                  <a:pt x="4342" y="266700"/>
                </a:lnTo>
                <a:lnTo>
                  <a:pt x="1775" y="260350"/>
                </a:lnTo>
                <a:lnTo>
                  <a:pt x="0" y="252730"/>
                </a:lnTo>
                <a:lnTo>
                  <a:pt x="595" y="246380"/>
                </a:lnTo>
                <a:lnTo>
                  <a:pt x="715" y="245110"/>
                </a:lnTo>
                <a:lnTo>
                  <a:pt x="3690" y="238760"/>
                </a:lnTo>
                <a:lnTo>
                  <a:pt x="8695" y="232410"/>
                </a:lnTo>
                <a:lnTo>
                  <a:pt x="33475" y="210820"/>
                </a:lnTo>
                <a:lnTo>
                  <a:pt x="32248" y="203200"/>
                </a:lnTo>
                <a:lnTo>
                  <a:pt x="31578" y="194310"/>
                </a:lnTo>
                <a:lnTo>
                  <a:pt x="31578" y="179070"/>
                </a:lnTo>
                <a:lnTo>
                  <a:pt x="32136" y="172720"/>
                </a:lnTo>
                <a:lnTo>
                  <a:pt x="32248" y="171450"/>
                </a:lnTo>
                <a:lnTo>
                  <a:pt x="33475" y="163830"/>
                </a:lnTo>
                <a:lnTo>
                  <a:pt x="8695" y="140970"/>
                </a:lnTo>
                <a:lnTo>
                  <a:pt x="3690" y="135890"/>
                </a:lnTo>
                <a:lnTo>
                  <a:pt x="715" y="128270"/>
                </a:lnTo>
                <a:lnTo>
                  <a:pt x="0" y="120650"/>
                </a:lnTo>
                <a:lnTo>
                  <a:pt x="1775" y="114300"/>
                </a:lnTo>
                <a:lnTo>
                  <a:pt x="4342" y="107950"/>
                </a:lnTo>
                <a:lnTo>
                  <a:pt x="7133" y="101600"/>
                </a:lnTo>
                <a:lnTo>
                  <a:pt x="10258" y="96520"/>
                </a:lnTo>
                <a:lnTo>
                  <a:pt x="13607" y="90170"/>
                </a:lnTo>
                <a:lnTo>
                  <a:pt x="17067" y="85090"/>
                </a:lnTo>
                <a:lnTo>
                  <a:pt x="20751" y="78740"/>
                </a:lnTo>
                <a:lnTo>
                  <a:pt x="24657" y="73660"/>
                </a:lnTo>
                <a:lnTo>
                  <a:pt x="30237" y="68580"/>
                </a:lnTo>
                <a:lnTo>
                  <a:pt x="37061" y="66040"/>
                </a:lnTo>
                <a:lnTo>
                  <a:pt x="44576" y="64770"/>
                </a:lnTo>
                <a:lnTo>
                  <a:pt x="52228" y="66040"/>
                </a:lnTo>
                <a:lnTo>
                  <a:pt x="83816" y="76200"/>
                </a:lnTo>
                <a:lnTo>
                  <a:pt x="326202" y="76200"/>
                </a:lnTo>
                <a:lnTo>
                  <a:pt x="328155" y="78740"/>
                </a:lnTo>
                <a:lnTo>
                  <a:pt x="331839" y="85090"/>
                </a:lnTo>
                <a:lnTo>
                  <a:pt x="335187" y="90170"/>
                </a:lnTo>
                <a:lnTo>
                  <a:pt x="338647" y="96520"/>
                </a:lnTo>
                <a:lnTo>
                  <a:pt x="341773" y="101600"/>
                </a:lnTo>
                <a:lnTo>
                  <a:pt x="344563" y="107950"/>
                </a:lnTo>
                <a:lnTo>
                  <a:pt x="347131" y="113030"/>
                </a:lnTo>
                <a:lnTo>
                  <a:pt x="348906" y="120650"/>
                </a:lnTo>
                <a:lnTo>
                  <a:pt x="348191" y="128270"/>
                </a:lnTo>
                <a:lnTo>
                  <a:pt x="346207" y="133350"/>
                </a:lnTo>
                <a:lnTo>
                  <a:pt x="167451" y="133350"/>
                </a:lnTo>
                <a:lnTo>
                  <a:pt x="160550" y="134620"/>
                </a:lnTo>
                <a:lnTo>
                  <a:pt x="157200" y="135890"/>
                </a:lnTo>
                <a:lnTo>
                  <a:pt x="150699" y="138430"/>
                </a:lnTo>
                <a:lnTo>
                  <a:pt x="147611" y="140970"/>
                </a:lnTo>
                <a:lnTo>
                  <a:pt x="141761" y="144780"/>
                </a:lnTo>
                <a:lnTo>
                  <a:pt x="139055" y="146050"/>
                </a:lnTo>
                <a:lnTo>
                  <a:pt x="134080" y="151130"/>
                </a:lnTo>
                <a:lnTo>
                  <a:pt x="131859" y="153670"/>
                </a:lnTo>
                <a:lnTo>
                  <a:pt x="127950" y="160020"/>
                </a:lnTo>
                <a:lnTo>
                  <a:pt x="126299" y="162560"/>
                </a:lnTo>
                <a:lnTo>
                  <a:pt x="123607" y="170180"/>
                </a:lnTo>
                <a:lnTo>
                  <a:pt x="122590" y="172720"/>
                </a:lnTo>
                <a:lnTo>
                  <a:pt x="121218" y="180340"/>
                </a:lnTo>
                <a:lnTo>
                  <a:pt x="120875" y="182880"/>
                </a:lnTo>
                <a:lnTo>
                  <a:pt x="120875" y="190500"/>
                </a:lnTo>
                <a:lnTo>
                  <a:pt x="127950" y="213360"/>
                </a:lnTo>
                <a:lnTo>
                  <a:pt x="131859" y="219710"/>
                </a:lnTo>
                <a:lnTo>
                  <a:pt x="167451" y="240030"/>
                </a:lnTo>
                <a:lnTo>
                  <a:pt x="345587" y="240030"/>
                </a:lnTo>
                <a:lnTo>
                  <a:pt x="347968" y="245110"/>
                </a:lnTo>
                <a:lnTo>
                  <a:pt x="348683" y="252730"/>
                </a:lnTo>
                <a:lnTo>
                  <a:pt x="346907" y="260350"/>
                </a:lnTo>
                <a:lnTo>
                  <a:pt x="344340" y="265430"/>
                </a:lnTo>
                <a:lnTo>
                  <a:pt x="341550" y="271780"/>
                </a:lnTo>
                <a:lnTo>
                  <a:pt x="338424" y="276860"/>
                </a:lnTo>
                <a:lnTo>
                  <a:pt x="334964" y="283210"/>
                </a:lnTo>
                <a:lnTo>
                  <a:pt x="331615" y="289560"/>
                </a:lnTo>
                <a:lnTo>
                  <a:pt x="327932" y="294640"/>
                </a:lnTo>
                <a:lnTo>
                  <a:pt x="325978" y="297180"/>
                </a:lnTo>
                <a:lnTo>
                  <a:pt x="83705" y="297180"/>
                </a:lnTo>
                <a:lnTo>
                  <a:pt x="52228" y="307340"/>
                </a:lnTo>
                <a:lnTo>
                  <a:pt x="44576" y="308610"/>
                </a:lnTo>
                <a:close/>
              </a:path>
              <a:path w="701675" h="557530">
                <a:moveTo>
                  <a:pt x="326202" y="76200"/>
                </a:moveTo>
                <a:lnTo>
                  <a:pt x="265201" y="76200"/>
                </a:lnTo>
                <a:lnTo>
                  <a:pt x="296678" y="66040"/>
                </a:lnTo>
                <a:lnTo>
                  <a:pt x="304329" y="64770"/>
                </a:lnTo>
                <a:lnTo>
                  <a:pt x="311844" y="66040"/>
                </a:lnTo>
                <a:lnTo>
                  <a:pt x="318669" y="68580"/>
                </a:lnTo>
                <a:lnTo>
                  <a:pt x="324248" y="73660"/>
                </a:lnTo>
                <a:lnTo>
                  <a:pt x="326202" y="76200"/>
                </a:lnTo>
                <a:close/>
              </a:path>
              <a:path w="701675" h="557530">
                <a:moveTo>
                  <a:pt x="345587" y="240030"/>
                </a:moveTo>
                <a:lnTo>
                  <a:pt x="181455" y="240030"/>
                </a:lnTo>
                <a:lnTo>
                  <a:pt x="188356" y="238760"/>
                </a:lnTo>
                <a:lnTo>
                  <a:pt x="191706" y="237490"/>
                </a:lnTo>
                <a:lnTo>
                  <a:pt x="220956" y="213360"/>
                </a:lnTo>
                <a:lnTo>
                  <a:pt x="222606" y="210820"/>
                </a:lnTo>
                <a:lnTo>
                  <a:pt x="225299" y="204470"/>
                </a:lnTo>
                <a:lnTo>
                  <a:pt x="226315" y="200660"/>
                </a:lnTo>
                <a:lnTo>
                  <a:pt x="227688" y="194310"/>
                </a:lnTo>
                <a:lnTo>
                  <a:pt x="228031" y="190500"/>
                </a:lnTo>
                <a:lnTo>
                  <a:pt x="228031" y="182880"/>
                </a:lnTo>
                <a:lnTo>
                  <a:pt x="227688" y="180340"/>
                </a:lnTo>
                <a:lnTo>
                  <a:pt x="226315" y="172720"/>
                </a:lnTo>
                <a:lnTo>
                  <a:pt x="225299" y="170180"/>
                </a:lnTo>
                <a:lnTo>
                  <a:pt x="222606" y="162560"/>
                </a:lnTo>
                <a:lnTo>
                  <a:pt x="220956" y="160020"/>
                </a:lnTo>
                <a:lnTo>
                  <a:pt x="217047" y="153670"/>
                </a:lnTo>
                <a:lnTo>
                  <a:pt x="214826" y="151130"/>
                </a:lnTo>
                <a:lnTo>
                  <a:pt x="209851" y="146050"/>
                </a:lnTo>
                <a:lnTo>
                  <a:pt x="207144" y="144780"/>
                </a:lnTo>
                <a:lnTo>
                  <a:pt x="201294" y="140970"/>
                </a:lnTo>
                <a:lnTo>
                  <a:pt x="198206" y="138430"/>
                </a:lnTo>
                <a:lnTo>
                  <a:pt x="191706" y="135890"/>
                </a:lnTo>
                <a:lnTo>
                  <a:pt x="188356" y="134620"/>
                </a:lnTo>
                <a:lnTo>
                  <a:pt x="181455" y="133350"/>
                </a:lnTo>
                <a:lnTo>
                  <a:pt x="346207" y="133350"/>
                </a:lnTo>
                <a:lnTo>
                  <a:pt x="345216" y="135890"/>
                </a:lnTo>
                <a:lnTo>
                  <a:pt x="340210" y="140970"/>
                </a:lnTo>
                <a:lnTo>
                  <a:pt x="339987" y="140970"/>
                </a:lnTo>
                <a:lnTo>
                  <a:pt x="315207" y="163830"/>
                </a:lnTo>
                <a:lnTo>
                  <a:pt x="316435" y="171450"/>
                </a:lnTo>
                <a:lnTo>
                  <a:pt x="317105" y="179070"/>
                </a:lnTo>
                <a:lnTo>
                  <a:pt x="317105" y="194310"/>
                </a:lnTo>
                <a:lnTo>
                  <a:pt x="316546" y="200660"/>
                </a:lnTo>
                <a:lnTo>
                  <a:pt x="316435" y="201930"/>
                </a:lnTo>
                <a:lnTo>
                  <a:pt x="315207" y="209550"/>
                </a:lnTo>
                <a:lnTo>
                  <a:pt x="339987" y="232410"/>
                </a:lnTo>
                <a:lnTo>
                  <a:pt x="344992" y="238760"/>
                </a:lnTo>
                <a:lnTo>
                  <a:pt x="345587" y="240030"/>
                </a:lnTo>
                <a:close/>
              </a:path>
              <a:path w="701675" h="557530">
                <a:moveTo>
                  <a:pt x="448010" y="557530"/>
                </a:moveTo>
                <a:lnTo>
                  <a:pt x="440558" y="556260"/>
                </a:lnTo>
                <a:lnTo>
                  <a:pt x="434642" y="553720"/>
                </a:lnTo>
                <a:lnTo>
                  <a:pt x="428837" y="549910"/>
                </a:lnTo>
                <a:lnTo>
                  <a:pt x="423256" y="547370"/>
                </a:lnTo>
                <a:lnTo>
                  <a:pt x="417229" y="543560"/>
                </a:lnTo>
                <a:lnTo>
                  <a:pt x="411536" y="541020"/>
                </a:lnTo>
                <a:lnTo>
                  <a:pt x="406178" y="537210"/>
                </a:lnTo>
                <a:lnTo>
                  <a:pt x="400932" y="533400"/>
                </a:lnTo>
                <a:lnTo>
                  <a:pt x="395644" y="527050"/>
                </a:lnTo>
                <a:lnTo>
                  <a:pt x="392533" y="520700"/>
                </a:lnTo>
                <a:lnTo>
                  <a:pt x="391640" y="513080"/>
                </a:lnTo>
                <a:lnTo>
                  <a:pt x="393007" y="505460"/>
                </a:lnTo>
                <a:lnTo>
                  <a:pt x="403388" y="473710"/>
                </a:lnTo>
                <a:lnTo>
                  <a:pt x="396383" y="464820"/>
                </a:lnTo>
                <a:lnTo>
                  <a:pt x="390133" y="454660"/>
                </a:lnTo>
                <a:lnTo>
                  <a:pt x="384677" y="444500"/>
                </a:lnTo>
                <a:lnTo>
                  <a:pt x="380059" y="433070"/>
                </a:lnTo>
                <a:lnTo>
                  <a:pt x="347577" y="426720"/>
                </a:lnTo>
                <a:lnTo>
                  <a:pt x="326369" y="391160"/>
                </a:lnTo>
                <a:lnTo>
                  <a:pt x="326444" y="374650"/>
                </a:lnTo>
                <a:lnTo>
                  <a:pt x="326667" y="370840"/>
                </a:lnTo>
                <a:lnTo>
                  <a:pt x="326741" y="369570"/>
                </a:lnTo>
                <a:lnTo>
                  <a:pt x="380059" y="332740"/>
                </a:lnTo>
                <a:lnTo>
                  <a:pt x="384630" y="322580"/>
                </a:lnTo>
                <a:lnTo>
                  <a:pt x="390091" y="312420"/>
                </a:lnTo>
                <a:lnTo>
                  <a:pt x="396368" y="302260"/>
                </a:lnTo>
                <a:lnTo>
                  <a:pt x="403388" y="292100"/>
                </a:lnTo>
                <a:lnTo>
                  <a:pt x="393007" y="261620"/>
                </a:lnTo>
                <a:lnTo>
                  <a:pt x="391640" y="254000"/>
                </a:lnTo>
                <a:lnTo>
                  <a:pt x="392533" y="246380"/>
                </a:lnTo>
                <a:lnTo>
                  <a:pt x="395644" y="238760"/>
                </a:lnTo>
                <a:lnTo>
                  <a:pt x="423033" y="219710"/>
                </a:lnTo>
                <a:lnTo>
                  <a:pt x="428726" y="215900"/>
                </a:lnTo>
                <a:lnTo>
                  <a:pt x="440446" y="210820"/>
                </a:lnTo>
                <a:lnTo>
                  <a:pt x="447961" y="209550"/>
                </a:lnTo>
                <a:lnTo>
                  <a:pt x="455445" y="209550"/>
                </a:lnTo>
                <a:lnTo>
                  <a:pt x="462406" y="212090"/>
                </a:lnTo>
                <a:lnTo>
                  <a:pt x="468351" y="217170"/>
                </a:lnTo>
                <a:lnTo>
                  <a:pt x="490452" y="242570"/>
                </a:lnTo>
                <a:lnTo>
                  <a:pt x="633585" y="242570"/>
                </a:lnTo>
                <a:lnTo>
                  <a:pt x="635141" y="246380"/>
                </a:lnTo>
                <a:lnTo>
                  <a:pt x="636034" y="254000"/>
                </a:lnTo>
                <a:lnTo>
                  <a:pt x="634667" y="261620"/>
                </a:lnTo>
                <a:lnTo>
                  <a:pt x="624286" y="292100"/>
                </a:lnTo>
                <a:lnTo>
                  <a:pt x="631290" y="302260"/>
                </a:lnTo>
                <a:lnTo>
                  <a:pt x="637541" y="312420"/>
                </a:lnTo>
                <a:lnTo>
                  <a:pt x="642996" y="322580"/>
                </a:lnTo>
                <a:lnTo>
                  <a:pt x="646460" y="330200"/>
                </a:lnTo>
                <a:lnTo>
                  <a:pt x="506779" y="330200"/>
                </a:lnTo>
                <a:lnTo>
                  <a:pt x="499878" y="331470"/>
                </a:lnTo>
                <a:lnTo>
                  <a:pt x="467278" y="356870"/>
                </a:lnTo>
                <a:lnTo>
                  <a:pt x="465627" y="359410"/>
                </a:lnTo>
                <a:lnTo>
                  <a:pt x="462935" y="365760"/>
                </a:lnTo>
                <a:lnTo>
                  <a:pt x="461919" y="369570"/>
                </a:lnTo>
                <a:lnTo>
                  <a:pt x="460546" y="375920"/>
                </a:lnTo>
                <a:lnTo>
                  <a:pt x="460203" y="379730"/>
                </a:lnTo>
                <a:lnTo>
                  <a:pt x="460203" y="387350"/>
                </a:lnTo>
                <a:lnTo>
                  <a:pt x="460546" y="389890"/>
                </a:lnTo>
                <a:lnTo>
                  <a:pt x="461919" y="397510"/>
                </a:lnTo>
                <a:lnTo>
                  <a:pt x="462935" y="400050"/>
                </a:lnTo>
                <a:lnTo>
                  <a:pt x="465627" y="407670"/>
                </a:lnTo>
                <a:lnTo>
                  <a:pt x="467278" y="410210"/>
                </a:lnTo>
                <a:lnTo>
                  <a:pt x="471187" y="416560"/>
                </a:lnTo>
                <a:lnTo>
                  <a:pt x="473408" y="419100"/>
                </a:lnTo>
                <a:lnTo>
                  <a:pt x="478383" y="424180"/>
                </a:lnTo>
                <a:lnTo>
                  <a:pt x="481089" y="425450"/>
                </a:lnTo>
                <a:lnTo>
                  <a:pt x="486940" y="429260"/>
                </a:lnTo>
                <a:lnTo>
                  <a:pt x="490027" y="431800"/>
                </a:lnTo>
                <a:lnTo>
                  <a:pt x="496528" y="434340"/>
                </a:lnTo>
                <a:lnTo>
                  <a:pt x="499878" y="435610"/>
                </a:lnTo>
                <a:lnTo>
                  <a:pt x="506779" y="436880"/>
                </a:lnTo>
                <a:lnTo>
                  <a:pt x="646091" y="436880"/>
                </a:lnTo>
                <a:lnTo>
                  <a:pt x="643043" y="444500"/>
                </a:lnTo>
                <a:lnTo>
                  <a:pt x="637583" y="454660"/>
                </a:lnTo>
                <a:lnTo>
                  <a:pt x="631306" y="464820"/>
                </a:lnTo>
                <a:lnTo>
                  <a:pt x="624286" y="473710"/>
                </a:lnTo>
                <a:lnTo>
                  <a:pt x="634667" y="505460"/>
                </a:lnTo>
                <a:lnTo>
                  <a:pt x="636034" y="513080"/>
                </a:lnTo>
                <a:lnTo>
                  <a:pt x="635141" y="520700"/>
                </a:lnTo>
                <a:lnTo>
                  <a:pt x="633274" y="524510"/>
                </a:lnTo>
                <a:lnTo>
                  <a:pt x="490564" y="524510"/>
                </a:lnTo>
                <a:lnTo>
                  <a:pt x="468463" y="548640"/>
                </a:lnTo>
                <a:lnTo>
                  <a:pt x="462454" y="553720"/>
                </a:lnTo>
                <a:lnTo>
                  <a:pt x="455473" y="556260"/>
                </a:lnTo>
                <a:lnTo>
                  <a:pt x="448010" y="557530"/>
                </a:lnTo>
                <a:close/>
              </a:path>
              <a:path w="701675" h="557530">
                <a:moveTo>
                  <a:pt x="633585" y="242570"/>
                </a:moveTo>
                <a:lnTo>
                  <a:pt x="537110" y="242570"/>
                </a:lnTo>
                <a:lnTo>
                  <a:pt x="559211" y="217170"/>
                </a:lnTo>
                <a:lnTo>
                  <a:pt x="565219" y="212090"/>
                </a:lnTo>
                <a:lnTo>
                  <a:pt x="572201" y="209550"/>
                </a:lnTo>
                <a:lnTo>
                  <a:pt x="579664" y="209550"/>
                </a:lnTo>
                <a:lnTo>
                  <a:pt x="587116" y="210820"/>
                </a:lnTo>
                <a:lnTo>
                  <a:pt x="593144" y="213360"/>
                </a:lnTo>
                <a:lnTo>
                  <a:pt x="598948" y="215900"/>
                </a:lnTo>
                <a:lnTo>
                  <a:pt x="604529" y="219710"/>
                </a:lnTo>
                <a:lnTo>
                  <a:pt x="610445" y="222250"/>
                </a:lnTo>
                <a:lnTo>
                  <a:pt x="616026" y="226060"/>
                </a:lnTo>
                <a:lnTo>
                  <a:pt x="621495" y="229870"/>
                </a:lnTo>
                <a:lnTo>
                  <a:pt x="626742" y="233680"/>
                </a:lnTo>
                <a:lnTo>
                  <a:pt x="632030" y="238760"/>
                </a:lnTo>
                <a:lnTo>
                  <a:pt x="633585" y="242570"/>
                </a:lnTo>
                <a:close/>
              </a:path>
              <a:path w="701675" h="557530">
                <a:moveTo>
                  <a:pt x="537110" y="242570"/>
                </a:moveTo>
                <a:lnTo>
                  <a:pt x="490452" y="242570"/>
                </a:lnTo>
                <a:lnTo>
                  <a:pt x="505856" y="240030"/>
                </a:lnTo>
                <a:lnTo>
                  <a:pt x="521706" y="240030"/>
                </a:lnTo>
                <a:lnTo>
                  <a:pt x="537110" y="242570"/>
                </a:lnTo>
                <a:close/>
              </a:path>
              <a:path w="701675" h="557530">
                <a:moveTo>
                  <a:pt x="197112" y="373380"/>
                </a:moveTo>
                <a:lnTo>
                  <a:pt x="151570" y="373380"/>
                </a:lnTo>
                <a:lnTo>
                  <a:pt x="144216" y="370840"/>
                </a:lnTo>
                <a:lnTo>
                  <a:pt x="138106" y="367030"/>
                </a:lnTo>
                <a:lnTo>
                  <a:pt x="133566" y="360680"/>
                </a:lnTo>
                <a:lnTo>
                  <a:pt x="130921" y="353060"/>
                </a:lnTo>
                <a:lnTo>
                  <a:pt x="124112" y="320040"/>
                </a:lnTo>
                <a:lnTo>
                  <a:pt x="113262" y="316230"/>
                </a:lnTo>
                <a:lnTo>
                  <a:pt x="102862" y="311150"/>
                </a:lnTo>
                <a:lnTo>
                  <a:pt x="92985" y="304800"/>
                </a:lnTo>
                <a:lnTo>
                  <a:pt x="83705" y="297180"/>
                </a:lnTo>
                <a:lnTo>
                  <a:pt x="264978" y="297180"/>
                </a:lnTo>
                <a:lnTo>
                  <a:pt x="255713" y="304800"/>
                </a:lnTo>
                <a:lnTo>
                  <a:pt x="245862" y="311150"/>
                </a:lnTo>
                <a:lnTo>
                  <a:pt x="235468" y="316230"/>
                </a:lnTo>
                <a:lnTo>
                  <a:pt x="224571" y="320040"/>
                </a:lnTo>
                <a:lnTo>
                  <a:pt x="217762" y="353060"/>
                </a:lnTo>
                <a:lnTo>
                  <a:pt x="215116" y="360680"/>
                </a:lnTo>
                <a:lnTo>
                  <a:pt x="210576" y="367030"/>
                </a:lnTo>
                <a:lnTo>
                  <a:pt x="204467" y="370840"/>
                </a:lnTo>
                <a:lnTo>
                  <a:pt x="197112" y="373380"/>
                </a:lnTo>
                <a:close/>
              </a:path>
              <a:path w="701675" h="557530">
                <a:moveTo>
                  <a:pt x="311621" y="308610"/>
                </a:moveTo>
                <a:lnTo>
                  <a:pt x="304106" y="308610"/>
                </a:lnTo>
                <a:lnTo>
                  <a:pt x="296455" y="307340"/>
                </a:lnTo>
                <a:lnTo>
                  <a:pt x="264978" y="297180"/>
                </a:lnTo>
                <a:lnTo>
                  <a:pt x="325978" y="297180"/>
                </a:lnTo>
                <a:lnTo>
                  <a:pt x="324025" y="299720"/>
                </a:lnTo>
                <a:lnTo>
                  <a:pt x="318446" y="304800"/>
                </a:lnTo>
                <a:lnTo>
                  <a:pt x="311621" y="308610"/>
                </a:lnTo>
                <a:close/>
              </a:path>
              <a:path w="701675" h="557530">
                <a:moveTo>
                  <a:pt x="646091" y="436880"/>
                </a:moveTo>
                <a:lnTo>
                  <a:pt x="520783" y="436880"/>
                </a:lnTo>
                <a:lnTo>
                  <a:pt x="527684" y="435610"/>
                </a:lnTo>
                <a:lnTo>
                  <a:pt x="531034" y="434340"/>
                </a:lnTo>
                <a:lnTo>
                  <a:pt x="537535" y="431800"/>
                </a:lnTo>
                <a:lnTo>
                  <a:pt x="540622" y="429260"/>
                </a:lnTo>
                <a:lnTo>
                  <a:pt x="546472" y="425450"/>
                </a:lnTo>
                <a:lnTo>
                  <a:pt x="549179" y="424180"/>
                </a:lnTo>
                <a:lnTo>
                  <a:pt x="554154" y="419100"/>
                </a:lnTo>
                <a:lnTo>
                  <a:pt x="556375" y="416560"/>
                </a:lnTo>
                <a:lnTo>
                  <a:pt x="560284" y="410210"/>
                </a:lnTo>
                <a:lnTo>
                  <a:pt x="561934" y="407670"/>
                </a:lnTo>
                <a:lnTo>
                  <a:pt x="564627" y="400050"/>
                </a:lnTo>
                <a:lnTo>
                  <a:pt x="565643" y="397510"/>
                </a:lnTo>
                <a:lnTo>
                  <a:pt x="567016" y="389890"/>
                </a:lnTo>
                <a:lnTo>
                  <a:pt x="567359" y="387350"/>
                </a:lnTo>
                <a:lnTo>
                  <a:pt x="567359" y="379730"/>
                </a:lnTo>
                <a:lnTo>
                  <a:pt x="560284" y="356870"/>
                </a:lnTo>
                <a:lnTo>
                  <a:pt x="556375" y="350520"/>
                </a:lnTo>
                <a:lnTo>
                  <a:pt x="520783" y="330200"/>
                </a:lnTo>
                <a:lnTo>
                  <a:pt x="646460" y="330200"/>
                </a:lnTo>
                <a:lnTo>
                  <a:pt x="647615" y="332740"/>
                </a:lnTo>
                <a:lnTo>
                  <a:pt x="680096" y="340360"/>
                </a:lnTo>
                <a:lnTo>
                  <a:pt x="687360" y="342900"/>
                </a:lnTo>
                <a:lnTo>
                  <a:pt x="701156" y="373380"/>
                </a:lnTo>
                <a:lnTo>
                  <a:pt x="701230" y="374650"/>
                </a:lnTo>
                <a:lnTo>
                  <a:pt x="697802" y="414020"/>
                </a:lnTo>
                <a:lnTo>
                  <a:pt x="647615" y="433070"/>
                </a:lnTo>
                <a:lnTo>
                  <a:pt x="646091" y="436880"/>
                </a:lnTo>
                <a:close/>
              </a:path>
              <a:path w="701675" h="557530">
                <a:moveTo>
                  <a:pt x="182043" y="374650"/>
                </a:moveTo>
                <a:lnTo>
                  <a:pt x="166639" y="374650"/>
                </a:lnTo>
                <a:lnTo>
                  <a:pt x="159049" y="373380"/>
                </a:lnTo>
                <a:lnTo>
                  <a:pt x="189633" y="373380"/>
                </a:lnTo>
                <a:lnTo>
                  <a:pt x="182043" y="374650"/>
                </a:lnTo>
                <a:close/>
              </a:path>
              <a:path w="701675" h="557530">
                <a:moveTo>
                  <a:pt x="529631" y="525780"/>
                </a:moveTo>
                <a:lnTo>
                  <a:pt x="498154" y="525780"/>
                </a:lnTo>
                <a:lnTo>
                  <a:pt x="490564" y="524510"/>
                </a:lnTo>
                <a:lnTo>
                  <a:pt x="537221" y="524510"/>
                </a:lnTo>
                <a:lnTo>
                  <a:pt x="529631" y="525780"/>
                </a:lnTo>
                <a:close/>
              </a:path>
              <a:path w="701675" h="557530">
                <a:moveTo>
                  <a:pt x="579601" y="557530"/>
                </a:moveTo>
                <a:lnTo>
                  <a:pt x="572117" y="557530"/>
                </a:lnTo>
                <a:lnTo>
                  <a:pt x="565156" y="553720"/>
                </a:lnTo>
                <a:lnTo>
                  <a:pt x="559211" y="548640"/>
                </a:lnTo>
                <a:lnTo>
                  <a:pt x="537221" y="524510"/>
                </a:lnTo>
                <a:lnTo>
                  <a:pt x="633274" y="524510"/>
                </a:lnTo>
                <a:lnTo>
                  <a:pt x="610445" y="543560"/>
                </a:lnTo>
                <a:lnTo>
                  <a:pt x="604417" y="547370"/>
                </a:lnTo>
                <a:lnTo>
                  <a:pt x="598836" y="551180"/>
                </a:lnTo>
                <a:lnTo>
                  <a:pt x="587116" y="556260"/>
                </a:lnTo>
                <a:lnTo>
                  <a:pt x="579601" y="557530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758360" y="5184113"/>
            <a:ext cx="27051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65" dirty="0">
                <a:latin typeface="Cambria"/>
                <a:cs typeface="Cambria"/>
              </a:rPr>
              <a:t>40%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010274" y="5457824"/>
            <a:ext cx="1581150" cy="190500"/>
          </a:xfrm>
          <a:custGeom>
            <a:avLst/>
            <a:gdLst/>
            <a:ahLst/>
            <a:cxnLst/>
            <a:rect l="l" t="t" r="r" b="b"/>
            <a:pathLst>
              <a:path w="1581150" h="190500">
                <a:moveTo>
                  <a:pt x="1492153" y="190499"/>
                </a:moveTo>
                <a:lnTo>
                  <a:pt x="95249" y="190499"/>
                </a:lnTo>
                <a:lnTo>
                  <a:pt x="85866" y="190046"/>
                </a:lnTo>
                <a:lnTo>
                  <a:pt x="42321" y="174461"/>
                </a:lnTo>
                <a:lnTo>
                  <a:pt x="11259" y="140195"/>
                </a:lnTo>
                <a:lnTo>
                  <a:pt x="0" y="95249"/>
                </a:lnTo>
                <a:lnTo>
                  <a:pt x="452" y="85866"/>
                </a:lnTo>
                <a:lnTo>
                  <a:pt x="16036" y="42322"/>
                </a:lnTo>
                <a:lnTo>
                  <a:pt x="50303" y="11259"/>
                </a:lnTo>
                <a:lnTo>
                  <a:pt x="95249" y="0"/>
                </a:lnTo>
                <a:lnTo>
                  <a:pt x="1492153" y="0"/>
                </a:lnTo>
                <a:lnTo>
                  <a:pt x="1533616" y="12576"/>
                </a:lnTo>
                <a:lnTo>
                  <a:pt x="1568571" y="47531"/>
                </a:lnTo>
                <a:lnTo>
                  <a:pt x="1581148" y="88995"/>
                </a:lnTo>
                <a:lnTo>
                  <a:pt x="1581148" y="101503"/>
                </a:lnTo>
                <a:lnTo>
                  <a:pt x="1568571" y="142967"/>
                </a:lnTo>
                <a:lnTo>
                  <a:pt x="1533616" y="177921"/>
                </a:lnTo>
                <a:lnTo>
                  <a:pt x="1492153" y="190499"/>
                </a:lnTo>
                <a:close/>
              </a:path>
            </a:pathLst>
          </a:custGeom>
          <a:solidFill>
            <a:srgbClr val="93C4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233890" y="5460338"/>
            <a:ext cx="27051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65" dirty="0">
                <a:latin typeface="Cambria"/>
                <a:cs typeface="Cambria"/>
              </a:rPr>
              <a:t>30%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010274" y="5734049"/>
            <a:ext cx="1047750" cy="190500"/>
          </a:xfrm>
          <a:custGeom>
            <a:avLst/>
            <a:gdLst/>
            <a:ahLst/>
            <a:cxnLst/>
            <a:rect l="l" t="t" r="r" b="b"/>
            <a:pathLst>
              <a:path w="1047750" h="190500">
                <a:moveTo>
                  <a:pt x="958753" y="190499"/>
                </a:moveTo>
                <a:lnTo>
                  <a:pt x="95249" y="190499"/>
                </a:lnTo>
                <a:lnTo>
                  <a:pt x="85866" y="190046"/>
                </a:lnTo>
                <a:lnTo>
                  <a:pt x="42321" y="174461"/>
                </a:lnTo>
                <a:lnTo>
                  <a:pt x="11259" y="140195"/>
                </a:lnTo>
                <a:lnTo>
                  <a:pt x="0" y="95249"/>
                </a:lnTo>
                <a:lnTo>
                  <a:pt x="452" y="85866"/>
                </a:lnTo>
                <a:lnTo>
                  <a:pt x="16037" y="42321"/>
                </a:lnTo>
                <a:lnTo>
                  <a:pt x="50303" y="11259"/>
                </a:lnTo>
                <a:lnTo>
                  <a:pt x="95249" y="0"/>
                </a:lnTo>
                <a:lnTo>
                  <a:pt x="958753" y="0"/>
                </a:lnTo>
                <a:lnTo>
                  <a:pt x="1000215" y="12576"/>
                </a:lnTo>
                <a:lnTo>
                  <a:pt x="1035171" y="47530"/>
                </a:lnTo>
                <a:lnTo>
                  <a:pt x="1047749" y="88994"/>
                </a:lnTo>
                <a:lnTo>
                  <a:pt x="1047749" y="101503"/>
                </a:lnTo>
                <a:lnTo>
                  <a:pt x="1035171" y="142966"/>
                </a:lnTo>
                <a:lnTo>
                  <a:pt x="1000215" y="177921"/>
                </a:lnTo>
                <a:lnTo>
                  <a:pt x="958753" y="190499"/>
                </a:lnTo>
                <a:close/>
              </a:path>
            </a:pathLst>
          </a:custGeom>
          <a:solidFill>
            <a:srgbClr val="93C4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709419" y="5736562"/>
            <a:ext cx="27051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65" dirty="0">
                <a:latin typeface="Cambria"/>
                <a:cs typeface="Cambria"/>
              </a:rPr>
              <a:t>20%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010274" y="6010274"/>
            <a:ext cx="523875" cy="190500"/>
          </a:xfrm>
          <a:custGeom>
            <a:avLst/>
            <a:gdLst/>
            <a:ahLst/>
            <a:cxnLst/>
            <a:rect l="l" t="t" r="r" b="b"/>
            <a:pathLst>
              <a:path w="523875" h="190500">
                <a:moveTo>
                  <a:pt x="434878" y="190499"/>
                </a:moveTo>
                <a:lnTo>
                  <a:pt x="95249" y="190499"/>
                </a:lnTo>
                <a:lnTo>
                  <a:pt x="85866" y="190046"/>
                </a:lnTo>
                <a:lnTo>
                  <a:pt x="42321" y="174461"/>
                </a:lnTo>
                <a:lnTo>
                  <a:pt x="11259" y="140195"/>
                </a:lnTo>
                <a:lnTo>
                  <a:pt x="0" y="95249"/>
                </a:lnTo>
                <a:lnTo>
                  <a:pt x="452" y="85866"/>
                </a:lnTo>
                <a:lnTo>
                  <a:pt x="16036" y="42321"/>
                </a:lnTo>
                <a:lnTo>
                  <a:pt x="50303" y="11259"/>
                </a:lnTo>
                <a:lnTo>
                  <a:pt x="95249" y="0"/>
                </a:lnTo>
                <a:lnTo>
                  <a:pt x="434878" y="0"/>
                </a:lnTo>
                <a:lnTo>
                  <a:pt x="476341" y="12576"/>
                </a:lnTo>
                <a:lnTo>
                  <a:pt x="511295" y="47530"/>
                </a:lnTo>
                <a:lnTo>
                  <a:pt x="523874" y="88995"/>
                </a:lnTo>
                <a:lnTo>
                  <a:pt x="523874" y="101503"/>
                </a:lnTo>
                <a:lnTo>
                  <a:pt x="511295" y="142966"/>
                </a:lnTo>
                <a:lnTo>
                  <a:pt x="476341" y="177921"/>
                </a:lnTo>
                <a:lnTo>
                  <a:pt x="434878" y="190499"/>
                </a:lnTo>
                <a:close/>
              </a:path>
            </a:pathLst>
          </a:custGeom>
          <a:solidFill>
            <a:srgbClr val="93C4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6184949" y="6012787"/>
            <a:ext cx="27051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65" dirty="0">
                <a:latin typeface="Cambria"/>
                <a:cs typeface="Cambria"/>
              </a:rPr>
              <a:t>10%</a:t>
            </a:r>
            <a:endParaRPr sz="1000">
              <a:latin typeface="Cambria"/>
              <a:cs typeface="Cambri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0" y="6905624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50"/>
            <a:ext cx="76200" cy="1085850"/>
          </a:xfrm>
          <a:custGeom>
            <a:avLst/>
            <a:gdLst/>
            <a:ahLst/>
            <a:cxnLst/>
            <a:rect l="l" t="t" r="r" b="b"/>
            <a:pathLst>
              <a:path w="76200" h="1085850">
                <a:moveTo>
                  <a:pt x="76199" y="1085849"/>
                </a:moveTo>
                <a:lnTo>
                  <a:pt x="0" y="1085849"/>
                </a:lnTo>
                <a:lnTo>
                  <a:pt x="0" y="0"/>
                </a:lnTo>
                <a:lnTo>
                  <a:pt x="76199" y="0"/>
                </a:lnTo>
                <a:lnTo>
                  <a:pt x="76199" y="10858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5"/>
              </a:spcBef>
            </a:pPr>
            <a:r>
              <a:rPr sz="3150" b="0" spc="90" dirty="0">
                <a:latin typeface="Segoe UI Symbol"/>
                <a:cs typeface="Segoe UI Symbol"/>
              </a:rPr>
              <a:t>7.</a:t>
            </a:r>
            <a:r>
              <a:rPr sz="3150" b="0" spc="-140" dirty="0">
                <a:latin typeface="Segoe UI Symbol"/>
                <a:cs typeface="Segoe UI Symbol"/>
              </a:rPr>
              <a:t> </a:t>
            </a:r>
            <a:r>
              <a:rPr spc="-630" dirty="0"/>
              <a:t>실행</a:t>
            </a:r>
            <a:r>
              <a:rPr spc="-400" dirty="0"/>
              <a:t> </a:t>
            </a:r>
            <a:r>
              <a:rPr spc="-610" dirty="0"/>
              <a:t>시</a:t>
            </a:r>
            <a:r>
              <a:rPr spc="-405" dirty="0"/>
              <a:t> </a:t>
            </a:r>
            <a:r>
              <a:rPr spc="-630" dirty="0"/>
              <a:t>예상</a:t>
            </a:r>
            <a:r>
              <a:rPr spc="-400" dirty="0"/>
              <a:t> </a:t>
            </a:r>
            <a:r>
              <a:rPr spc="-655" dirty="0"/>
              <a:t>문제 </a:t>
            </a:r>
            <a:r>
              <a:rPr spc="-630" dirty="0"/>
              <a:t>점과</a:t>
            </a:r>
            <a:r>
              <a:rPr spc="-405" dirty="0"/>
              <a:t> </a:t>
            </a:r>
            <a:r>
              <a:rPr spc="-660" dirty="0"/>
              <a:t>해결책</a:t>
            </a:r>
            <a:endParaRPr sz="3150">
              <a:latin typeface="Segoe UI Symbol"/>
              <a:cs typeface="Segoe UI 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95824" y="857250"/>
            <a:ext cx="6734175" cy="2686050"/>
            <a:chOff x="4695824" y="857250"/>
            <a:chExt cx="6734175" cy="2686050"/>
          </a:xfrm>
        </p:grpSpPr>
        <p:sp>
          <p:nvSpPr>
            <p:cNvPr id="5" name="object 5"/>
            <p:cNvSpPr/>
            <p:nvPr/>
          </p:nvSpPr>
          <p:spPr>
            <a:xfrm>
              <a:off x="4705349" y="866775"/>
              <a:ext cx="6715125" cy="2667000"/>
            </a:xfrm>
            <a:custGeom>
              <a:avLst/>
              <a:gdLst/>
              <a:ahLst/>
              <a:cxnLst/>
              <a:rect l="l" t="t" r="r" b="b"/>
              <a:pathLst>
                <a:path w="6715125" h="2667000">
                  <a:moveTo>
                    <a:pt x="6652827" y="2666999"/>
                  </a:moveTo>
                  <a:lnTo>
                    <a:pt x="62296" y="2666999"/>
                  </a:lnTo>
                  <a:lnTo>
                    <a:pt x="57960" y="2666572"/>
                  </a:lnTo>
                  <a:lnTo>
                    <a:pt x="22623" y="2650566"/>
                  </a:lnTo>
                  <a:lnTo>
                    <a:pt x="2134" y="2617625"/>
                  </a:lnTo>
                  <a:lnTo>
                    <a:pt x="0" y="2604702"/>
                  </a:lnTo>
                  <a:lnTo>
                    <a:pt x="0" y="260032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4"/>
                  </a:lnTo>
                  <a:lnTo>
                    <a:pt x="6715123" y="62296"/>
                  </a:lnTo>
                  <a:lnTo>
                    <a:pt x="6715123" y="2604702"/>
                  </a:lnTo>
                  <a:lnTo>
                    <a:pt x="6701453" y="2641007"/>
                  </a:lnTo>
                  <a:lnTo>
                    <a:pt x="6669917" y="2663599"/>
                  </a:lnTo>
                  <a:lnTo>
                    <a:pt x="6657161" y="2666572"/>
                  </a:lnTo>
                  <a:lnTo>
                    <a:pt x="6652827" y="2666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05349" y="866775"/>
              <a:ext cx="6715125" cy="2667000"/>
            </a:xfrm>
            <a:custGeom>
              <a:avLst/>
              <a:gdLst/>
              <a:ahLst/>
              <a:cxnLst/>
              <a:rect l="l" t="t" r="r" b="b"/>
              <a:pathLst>
                <a:path w="6715125" h="2667000">
                  <a:moveTo>
                    <a:pt x="0" y="26003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399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2"/>
                  </a:lnTo>
                  <a:lnTo>
                    <a:pt x="6706319" y="33272"/>
                  </a:lnTo>
                  <a:lnTo>
                    <a:pt x="6715124" y="66674"/>
                  </a:lnTo>
                  <a:lnTo>
                    <a:pt x="6715124" y="2600324"/>
                  </a:lnTo>
                  <a:lnTo>
                    <a:pt x="6703885" y="2637367"/>
                  </a:lnTo>
                  <a:lnTo>
                    <a:pt x="6701453" y="2641007"/>
                  </a:lnTo>
                  <a:lnTo>
                    <a:pt x="6685490" y="2655762"/>
                  </a:lnTo>
                  <a:lnTo>
                    <a:pt x="6681849" y="2658194"/>
                  </a:lnTo>
                  <a:lnTo>
                    <a:pt x="6648449" y="2666999"/>
                  </a:lnTo>
                  <a:lnTo>
                    <a:pt x="66674" y="2666999"/>
                  </a:lnTo>
                  <a:lnTo>
                    <a:pt x="62296" y="2666999"/>
                  </a:lnTo>
                  <a:lnTo>
                    <a:pt x="57960" y="2666572"/>
                  </a:lnTo>
                  <a:lnTo>
                    <a:pt x="53667" y="2665718"/>
                  </a:lnTo>
                  <a:lnTo>
                    <a:pt x="49372" y="2664863"/>
                  </a:lnTo>
                  <a:lnTo>
                    <a:pt x="29631" y="2655762"/>
                  </a:lnTo>
                  <a:lnTo>
                    <a:pt x="25991" y="2653329"/>
                  </a:lnTo>
                  <a:lnTo>
                    <a:pt x="11236" y="2637366"/>
                  </a:lnTo>
                  <a:lnTo>
                    <a:pt x="8803" y="2633726"/>
                  </a:lnTo>
                  <a:lnTo>
                    <a:pt x="6749" y="2629884"/>
                  </a:lnTo>
                  <a:lnTo>
                    <a:pt x="5074" y="2625839"/>
                  </a:lnTo>
                  <a:lnTo>
                    <a:pt x="3399" y="2621794"/>
                  </a:lnTo>
                  <a:lnTo>
                    <a:pt x="2134" y="2617625"/>
                  </a:lnTo>
                  <a:lnTo>
                    <a:pt x="1280" y="2613332"/>
                  </a:lnTo>
                  <a:lnTo>
                    <a:pt x="427" y="2609038"/>
                  </a:lnTo>
                  <a:lnTo>
                    <a:pt x="0" y="2604702"/>
                  </a:lnTo>
                  <a:lnTo>
                    <a:pt x="0" y="2600324"/>
                  </a:lnTo>
                  <a:close/>
                </a:path>
              </a:pathLst>
            </a:custGeom>
            <a:ln w="19049">
              <a:solidFill>
                <a:srgbClr val="F0F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86324" y="1828799"/>
              <a:ext cx="6372225" cy="419100"/>
            </a:xfrm>
            <a:custGeom>
              <a:avLst/>
              <a:gdLst/>
              <a:ahLst/>
              <a:cxnLst/>
              <a:rect l="l" t="t" r="r" b="b"/>
              <a:pathLst>
                <a:path w="6372225" h="419100">
                  <a:moveTo>
                    <a:pt x="6301027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6301027" y="0"/>
                  </a:lnTo>
                  <a:lnTo>
                    <a:pt x="6305982" y="488"/>
                  </a:lnTo>
                  <a:lnTo>
                    <a:pt x="6342516" y="15621"/>
                  </a:lnTo>
                  <a:lnTo>
                    <a:pt x="6368336" y="51661"/>
                  </a:lnTo>
                  <a:lnTo>
                    <a:pt x="6372223" y="71196"/>
                  </a:lnTo>
                  <a:lnTo>
                    <a:pt x="6372223" y="347903"/>
                  </a:lnTo>
                  <a:lnTo>
                    <a:pt x="6356599" y="389394"/>
                  </a:lnTo>
                  <a:lnTo>
                    <a:pt x="6320560" y="415214"/>
                  </a:lnTo>
                  <a:lnTo>
                    <a:pt x="6301027" y="4190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67274" y="1828799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886324" y="2343149"/>
              <a:ext cx="6372225" cy="419100"/>
            </a:xfrm>
            <a:custGeom>
              <a:avLst/>
              <a:gdLst/>
              <a:ahLst/>
              <a:cxnLst/>
              <a:rect l="l" t="t" r="r" b="b"/>
              <a:pathLst>
                <a:path w="6372225" h="419100">
                  <a:moveTo>
                    <a:pt x="6301027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6301027" y="0"/>
                  </a:lnTo>
                  <a:lnTo>
                    <a:pt x="6305982" y="488"/>
                  </a:lnTo>
                  <a:lnTo>
                    <a:pt x="6342516" y="15621"/>
                  </a:lnTo>
                  <a:lnTo>
                    <a:pt x="6368336" y="51661"/>
                  </a:lnTo>
                  <a:lnTo>
                    <a:pt x="6372223" y="71196"/>
                  </a:lnTo>
                  <a:lnTo>
                    <a:pt x="6372223" y="347902"/>
                  </a:lnTo>
                  <a:lnTo>
                    <a:pt x="6356599" y="389394"/>
                  </a:lnTo>
                  <a:lnTo>
                    <a:pt x="6320560" y="415213"/>
                  </a:lnTo>
                  <a:lnTo>
                    <a:pt x="6301027" y="4190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67274" y="2343149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86324" y="2857499"/>
              <a:ext cx="6372225" cy="419100"/>
            </a:xfrm>
            <a:custGeom>
              <a:avLst/>
              <a:gdLst/>
              <a:ahLst/>
              <a:cxnLst/>
              <a:rect l="l" t="t" r="r" b="b"/>
              <a:pathLst>
                <a:path w="6372225" h="419100">
                  <a:moveTo>
                    <a:pt x="6301027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6301027" y="0"/>
                  </a:lnTo>
                  <a:lnTo>
                    <a:pt x="6305982" y="488"/>
                  </a:lnTo>
                  <a:lnTo>
                    <a:pt x="6342516" y="15621"/>
                  </a:lnTo>
                  <a:lnTo>
                    <a:pt x="6368336" y="51661"/>
                  </a:lnTo>
                  <a:lnTo>
                    <a:pt x="6372223" y="71196"/>
                  </a:lnTo>
                  <a:lnTo>
                    <a:pt x="6372223" y="347903"/>
                  </a:lnTo>
                  <a:lnTo>
                    <a:pt x="6356599" y="389394"/>
                  </a:lnTo>
                  <a:lnTo>
                    <a:pt x="6320560" y="415214"/>
                  </a:lnTo>
                  <a:lnTo>
                    <a:pt x="6301027" y="4190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67274" y="2857499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67274" y="10286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3" y="266702"/>
                  </a:lnTo>
                  <a:lnTo>
                    <a:pt x="10016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79" y="121679"/>
                  </a:lnTo>
                  <a:lnTo>
                    <a:pt x="24385" y="83315"/>
                  </a:lnTo>
                  <a:lnTo>
                    <a:pt x="50216" y="50216"/>
                  </a:lnTo>
                  <a:lnTo>
                    <a:pt x="83314" y="24386"/>
                  </a:lnTo>
                  <a:lnTo>
                    <a:pt x="121679" y="7380"/>
                  </a:lnTo>
                  <a:lnTo>
                    <a:pt x="163026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20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8" y="121679"/>
                  </a:lnTo>
                  <a:lnTo>
                    <a:pt x="342693" y="163027"/>
                  </a:lnTo>
                  <a:lnTo>
                    <a:pt x="342899" y="171449"/>
                  </a:lnTo>
                  <a:lnTo>
                    <a:pt x="342693" y="179872"/>
                  </a:lnTo>
                  <a:lnTo>
                    <a:pt x="335518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3271" y="1103746"/>
              <a:ext cx="240431" cy="192806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695824" y="3771899"/>
            <a:ext cx="6734175" cy="2686050"/>
            <a:chOff x="4695824" y="3771899"/>
            <a:chExt cx="6734175" cy="2686050"/>
          </a:xfrm>
        </p:grpSpPr>
        <p:sp>
          <p:nvSpPr>
            <p:cNvPr id="16" name="object 16"/>
            <p:cNvSpPr/>
            <p:nvPr/>
          </p:nvSpPr>
          <p:spPr>
            <a:xfrm>
              <a:off x="4705349" y="3781424"/>
              <a:ext cx="6715125" cy="2667000"/>
            </a:xfrm>
            <a:custGeom>
              <a:avLst/>
              <a:gdLst/>
              <a:ahLst/>
              <a:cxnLst/>
              <a:rect l="l" t="t" r="r" b="b"/>
              <a:pathLst>
                <a:path w="6715125" h="2667000">
                  <a:moveTo>
                    <a:pt x="6652827" y="2666999"/>
                  </a:moveTo>
                  <a:lnTo>
                    <a:pt x="62296" y="2666999"/>
                  </a:lnTo>
                  <a:lnTo>
                    <a:pt x="57960" y="2666571"/>
                  </a:lnTo>
                  <a:lnTo>
                    <a:pt x="22623" y="2650565"/>
                  </a:lnTo>
                  <a:lnTo>
                    <a:pt x="2134" y="2617625"/>
                  </a:lnTo>
                  <a:lnTo>
                    <a:pt x="0" y="2604702"/>
                  </a:lnTo>
                  <a:lnTo>
                    <a:pt x="0" y="2600324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7"/>
                  </a:lnTo>
                  <a:lnTo>
                    <a:pt x="6715123" y="2604702"/>
                  </a:lnTo>
                  <a:lnTo>
                    <a:pt x="6701453" y="2641007"/>
                  </a:lnTo>
                  <a:lnTo>
                    <a:pt x="6669917" y="2663599"/>
                  </a:lnTo>
                  <a:lnTo>
                    <a:pt x="6657161" y="2666571"/>
                  </a:lnTo>
                  <a:lnTo>
                    <a:pt x="6652827" y="266699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05349" y="3781424"/>
              <a:ext cx="6715125" cy="2667000"/>
            </a:xfrm>
            <a:custGeom>
              <a:avLst/>
              <a:gdLst/>
              <a:ahLst/>
              <a:cxnLst/>
              <a:rect l="l" t="t" r="r" b="b"/>
              <a:pathLst>
                <a:path w="6715125" h="2667000">
                  <a:moveTo>
                    <a:pt x="0" y="260032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1"/>
                  </a:lnTo>
                  <a:lnTo>
                    <a:pt x="6706319" y="33271"/>
                  </a:lnTo>
                  <a:lnTo>
                    <a:pt x="6708372" y="37114"/>
                  </a:lnTo>
                  <a:lnTo>
                    <a:pt x="6710048" y="41159"/>
                  </a:lnTo>
                  <a:lnTo>
                    <a:pt x="6711723" y="45203"/>
                  </a:lnTo>
                  <a:lnTo>
                    <a:pt x="6715124" y="66674"/>
                  </a:lnTo>
                  <a:lnTo>
                    <a:pt x="6715124" y="2600324"/>
                  </a:lnTo>
                  <a:lnTo>
                    <a:pt x="6715123" y="2604702"/>
                  </a:lnTo>
                  <a:lnTo>
                    <a:pt x="6714696" y="2609038"/>
                  </a:lnTo>
                  <a:lnTo>
                    <a:pt x="6713842" y="2613331"/>
                  </a:lnTo>
                  <a:lnTo>
                    <a:pt x="6712987" y="2617625"/>
                  </a:lnTo>
                  <a:lnTo>
                    <a:pt x="6703885" y="2637367"/>
                  </a:lnTo>
                  <a:lnTo>
                    <a:pt x="6701453" y="2641007"/>
                  </a:lnTo>
                  <a:lnTo>
                    <a:pt x="6673963" y="2661923"/>
                  </a:lnTo>
                  <a:lnTo>
                    <a:pt x="6669917" y="2663599"/>
                  </a:lnTo>
                  <a:lnTo>
                    <a:pt x="6648449" y="2666999"/>
                  </a:lnTo>
                  <a:lnTo>
                    <a:pt x="66674" y="2666999"/>
                  </a:lnTo>
                  <a:lnTo>
                    <a:pt x="62296" y="2666999"/>
                  </a:lnTo>
                  <a:lnTo>
                    <a:pt x="57960" y="2666571"/>
                  </a:lnTo>
                  <a:lnTo>
                    <a:pt x="53667" y="2665717"/>
                  </a:lnTo>
                  <a:lnTo>
                    <a:pt x="49372" y="2664863"/>
                  </a:lnTo>
                  <a:lnTo>
                    <a:pt x="45203" y="2663599"/>
                  </a:lnTo>
                  <a:lnTo>
                    <a:pt x="41158" y="2661923"/>
                  </a:lnTo>
                  <a:lnTo>
                    <a:pt x="37114" y="2660248"/>
                  </a:lnTo>
                  <a:lnTo>
                    <a:pt x="8803" y="2633726"/>
                  </a:lnTo>
                  <a:lnTo>
                    <a:pt x="5074" y="2625839"/>
                  </a:lnTo>
                  <a:lnTo>
                    <a:pt x="3399" y="2621794"/>
                  </a:lnTo>
                  <a:lnTo>
                    <a:pt x="2134" y="2617625"/>
                  </a:lnTo>
                  <a:lnTo>
                    <a:pt x="1280" y="2613331"/>
                  </a:lnTo>
                  <a:lnTo>
                    <a:pt x="427" y="2609038"/>
                  </a:lnTo>
                  <a:lnTo>
                    <a:pt x="0" y="2604702"/>
                  </a:lnTo>
                  <a:lnTo>
                    <a:pt x="0" y="2600324"/>
                  </a:lnTo>
                  <a:close/>
                </a:path>
              </a:pathLst>
            </a:custGeom>
            <a:ln w="19049">
              <a:solidFill>
                <a:srgbClr val="F0F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86324" y="4743449"/>
              <a:ext cx="6372225" cy="419100"/>
            </a:xfrm>
            <a:custGeom>
              <a:avLst/>
              <a:gdLst/>
              <a:ahLst/>
              <a:cxnLst/>
              <a:rect l="l" t="t" r="r" b="b"/>
              <a:pathLst>
                <a:path w="6372225" h="419100">
                  <a:moveTo>
                    <a:pt x="6301027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6301027" y="0"/>
                  </a:lnTo>
                  <a:lnTo>
                    <a:pt x="6305982" y="488"/>
                  </a:lnTo>
                  <a:lnTo>
                    <a:pt x="6342516" y="15621"/>
                  </a:lnTo>
                  <a:lnTo>
                    <a:pt x="6368336" y="51661"/>
                  </a:lnTo>
                  <a:lnTo>
                    <a:pt x="6372223" y="71196"/>
                  </a:lnTo>
                  <a:lnTo>
                    <a:pt x="6372223" y="347903"/>
                  </a:lnTo>
                  <a:lnTo>
                    <a:pt x="6356599" y="389393"/>
                  </a:lnTo>
                  <a:lnTo>
                    <a:pt x="6320560" y="415213"/>
                  </a:lnTo>
                  <a:lnTo>
                    <a:pt x="6301027" y="4190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67274" y="4743449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86324" y="5257799"/>
              <a:ext cx="6372225" cy="419100"/>
            </a:xfrm>
            <a:custGeom>
              <a:avLst/>
              <a:gdLst/>
              <a:ahLst/>
              <a:cxnLst/>
              <a:rect l="l" t="t" r="r" b="b"/>
              <a:pathLst>
                <a:path w="6372225" h="419100">
                  <a:moveTo>
                    <a:pt x="6301027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6301027" y="0"/>
                  </a:lnTo>
                  <a:lnTo>
                    <a:pt x="6305982" y="488"/>
                  </a:lnTo>
                  <a:lnTo>
                    <a:pt x="6342516" y="15621"/>
                  </a:lnTo>
                  <a:lnTo>
                    <a:pt x="6368336" y="51661"/>
                  </a:lnTo>
                  <a:lnTo>
                    <a:pt x="6372223" y="71196"/>
                  </a:lnTo>
                  <a:lnTo>
                    <a:pt x="6372223" y="347903"/>
                  </a:lnTo>
                  <a:lnTo>
                    <a:pt x="6356599" y="389394"/>
                  </a:lnTo>
                  <a:lnTo>
                    <a:pt x="6320560" y="415213"/>
                  </a:lnTo>
                  <a:lnTo>
                    <a:pt x="6301027" y="4190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67274" y="5257799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86324" y="5772149"/>
              <a:ext cx="6372225" cy="419100"/>
            </a:xfrm>
            <a:custGeom>
              <a:avLst/>
              <a:gdLst/>
              <a:ahLst/>
              <a:cxnLst/>
              <a:rect l="l" t="t" r="r" b="b"/>
              <a:pathLst>
                <a:path w="6372225" h="419100">
                  <a:moveTo>
                    <a:pt x="6301027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6301027" y="0"/>
                  </a:lnTo>
                  <a:lnTo>
                    <a:pt x="6305982" y="488"/>
                  </a:lnTo>
                  <a:lnTo>
                    <a:pt x="6342516" y="15621"/>
                  </a:lnTo>
                  <a:lnTo>
                    <a:pt x="6368336" y="51660"/>
                  </a:lnTo>
                  <a:lnTo>
                    <a:pt x="6372223" y="71196"/>
                  </a:lnTo>
                  <a:lnTo>
                    <a:pt x="6372223" y="347903"/>
                  </a:lnTo>
                  <a:lnTo>
                    <a:pt x="6356599" y="389393"/>
                  </a:lnTo>
                  <a:lnTo>
                    <a:pt x="6320560" y="415213"/>
                  </a:lnTo>
                  <a:lnTo>
                    <a:pt x="6301027" y="4190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67274" y="5772149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67274" y="39433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3" y="266702"/>
                  </a:lnTo>
                  <a:lnTo>
                    <a:pt x="10016" y="229200"/>
                  </a:lnTo>
                  <a:lnTo>
                    <a:pt x="823" y="188254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79" y="121679"/>
                  </a:lnTo>
                  <a:lnTo>
                    <a:pt x="24385" y="83314"/>
                  </a:lnTo>
                  <a:lnTo>
                    <a:pt x="50216" y="50216"/>
                  </a:lnTo>
                  <a:lnTo>
                    <a:pt x="83314" y="24385"/>
                  </a:lnTo>
                  <a:lnTo>
                    <a:pt x="121679" y="7380"/>
                  </a:lnTo>
                  <a:lnTo>
                    <a:pt x="163026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20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8" y="121679"/>
                  </a:lnTo>
                  <a:lnTo>
                    <a:pt x="342693" y="163026"/>
                  </a:lnTo>
                  <a:lnTo>
                    <a:pt x="342899" y="171449"/>
                  </a:lnTo>
                  <a:lnTo>
                    <a:pt x="342693" y="179872"/>
                  </a:lnTo>
                  <a:lnTo>
                    <a:pt x="335518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23792" y="4019549"/>
              <a:ext cx="238980" cy="1904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2537" y="4876799"/>
              <a:ext cx="104768" cy="15239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2537" y="5391149"/>
              <a:ext cx="104768" cy="15239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2537" y="5905499"/>
              <a:ext cx="104768" cy="152399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4695824" y="6686549"/>
            <a:ext cx="6734175" cy="2171700"/>
            <a:chOff x="4695824" y="6686549"/>
            <a:chExt cx="6734175" cy="2171700"/>
          </a:xfrm>
        </p:grpSpPr>
        <p:sp>
          <p:nvSpPr>
            <p:cNvPr id="30" name="object 30"/>
            <p:cNvSpPr/>
            <p:nvPr/>
          </p:nvSpPr>
          <p:spPr>
            <a:xfrm>
              <a:off x="4705349" y="6696074"/>
              <a:ext cx="6715125" cy="2152650"/>
            </a:xfrm>
            <a:custGeom>
              <a:avLst/>
              <a:gdLst/>
              <a:ahLst/>
              <a:cxnLst/>
              <a:rect l="l" t="t" r="r" b="b"/>
              <a:pathLst>
                <a:path w="6715125" h="2152650">
                  <a:moveTo>
                    <a:pt x="6652827" y="2152649"/>
                  </a:moveTo>
                  <a:lnTo>
                    <a:pt x="62296" y="2152649"/>
                  </a:lnTo>
                  <a:lnTo>
                    <a:pt x="57960" y="2152221"/>
                  </a:lnTo>
                  <a:lnTo>
                    <a:pt x="22623" y="2136215"/>
                  </a:lnTo>
                  <a:lnTo>
                    <a:pt x="2134" y="2103274"/>
                  </a:lnTo>
                  <a:lnTo>
                    <a:pt x="0" y="2090352"/>
                  </a:lnTo>
                  <a:lnTo>
                    <a:pt x="0" y="2085974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6"/>
                  </a:lnTo>
                  <a:lnTo>
                    <a:pt x="6715123" y="2090352"/>
                  </a:lnTo>
                  <a:lnTo>
                    <a:pt x="6701453" y="2126656"/>
                  </a:lnTo>
                  <a:lnTo>
                    <a:pt x="6669917" y="2149247"/>
                  </a:lnTo>
                  <a:lnTo>
                    <a:pt x="6657161" y="2152221"/>
                  </a:lnTo>
                  <a:lnTo>
                    <a:pt x="6652827" y="21526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05349" y="6696074"/>
              <a:ext cx="6715125" cy="2152650"/>
            </a:xfrm>
            <a:custGeom>
              <a:avLst/>
              <a:gdLst/>
              <a:ahLst/>
              <a:cxnLst/>
              <a:rect l="l" t="t" r="r" b="b"/>
              <a:pathLst>
                <a:path w="6715125" h="2152650">
                  <a:moveTo>
                    <a:pt x="0" y="20859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8803" y="33272"/>
                  </a:lnTo>
                  <a:lnTo>
                    <a:pt x="11235" y="29632"/>
                  </a:lnTo>
                  <a:lnTo>
                    <a:pt x="13668" y="25992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4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0"/>
                  </a:lnTo>
                  <a:lnTo>
                    <a:pt x="57960" y="426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6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2"/>
                  </a:lnTo>
                  <a:lnTo>
                    <a:pt x="6706319" y="33272"/>
                  </a:lnTo>
                  <a:lnTo>
                    <a:pt x="6713842" y="53667"/>
                  </a:lnTo>
                  <a:lnTo>
                    <a:pt x="6714696" y="57960"/>
                  </a:lnTo>
                  <a:lnTo>
                    <a:pt x="6715123" y="62296"/>
                  </a:lnTo>
                  <a:lnTo>
                    <a:pt x="6715124" y="66674"/>
                  </a:lnTo>
                  <a:lnTo>
                    <a:pt x="6715124" y="2085974"/>
                  </a:lnTo>
                  <a:lnTo>
                    <a:pt x="6703885" y="2123016"/>
                  </a:lnTo>
                  <a:lnTo>
                    <a:pt x="6701453" y="2126656"/>
                  </a:lnTo>
                  <a:lnTo>
                    <a:pt x="6685490" y="2141411"/>
                  </a:lnTo>
                  <a:lnTo>
                    <a:pt x="6681849" y="2143843"/>
                  </a:lnTo>
                  <a:lnTo>
                    <a:pt x="6648449" y="2152649"/>
                  </a:lnTo>
                  <a:lnTo>
                    <a:pt x="66674" y="2152649"/>
                  </a:lnTo>
                  <a:lnTo>
                    <a:pt x="29631" y="2141411"/>
                  </a:lnTo>
                  <a:lnTo>
                    <a:pt x="25991" y="2138979"/>
                  </a:lnTo>
                  <a:lnTo>
                    <a:pt x="22623" y="2136215"/>
                  </a:lnTo>
                  <a:lnTo>
                    <a:pt x="19528" y="2133120"/>
                  </a:lnTo>
                  <a:lnTo>
                    <a:pt x="16432" y="2130024"/>
                  </a:lnTo>
                  <a:lnTo>
                    <a:pt x="13668" y="2126656"/>
                  </a:lnTo>
                  <a:lnTo>
                    <a:pt x="11236" y="2123016"/>
                  </a:lnTo>
                  <a:lnTo>
                    <a:pt x="8803" y="2119376"/>
                  </a:lnTo>
                  <a:lnTo>
                    <a:pt x="6749" y="2115533"/>
                  </a:lnTo>
                  <a:lnTo>
                    <a:pt x="5074" y="2111488"/>
                  </a:lnTo>
                  <a:lnTo>
                    <a:pt x="3399" y="2107444"/>
                  </a:lnTo>
                  <a:lnTo>
                    <a:pt x="2134" y="2103274"/>
                  </a:lnTo>
                  <a:lnTo>
                    <a:pt x="1280" y="2098981"/>
                  </a:lnTo>
                  <a:lnTo>
                    <a:pt x="427" y="2094688"/>
                  </a:lnTo>
                  <a:lnTo>
                    <a:pt x="0" y="2090352"/>
                  </a:lnTo>
                  <a:lnTo>
                    <a:pt x="0" y="2085974"/>
                  </a:lnTo>
                  <a:close/>
                </a:path>
              </a:pathLst>
            </a:custGeom>
            <a:ln w="19049">
              <a:solidFill>
                <a:srgbClr val="F0F6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86324" y="7658099"/>
              <a:ext cx="6372225" cy="419100"/>
            </a:xfrm>
            <a:custGeom>
              <a:avLst/>
              <a:gdLst/>
              <a:ahLst/>
              <a:cxnLst/>
              <a:rect l="l" t="t" r="r" b="b"/>
              <a:pathLst>
                <a:path w="6372225" h="419100">
                  <a:moveTo>
                    <a:pt x="6301027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6301027" y="0"/>
                  </a:lnTo>
                  <a:lnTo>
                    <a:pt x="6305982" y="487"/>
                  </a:lnTo>
                  <a:lnTo>
                    <a:pt x="6342516" y="15621"/>
                  </a:lnTo>
                  <a:lnTo>
                    <a:pt x="6368336" y="51661"/>
                  </a:lnTo>
                  <a:lnTo>
                    <a:pt x="6372223" y="71196"/>
                  </a:lnTo>
                  <a:lnTo>
                    <a:pt x="6372223" y="347902"/>
                  </a:lnTo>
                  <a:lnTo>
                    <a:pt x="6356599" y="389392"/>
                  </a:lnTo>
                  <a:lnTo>
                    <a:pt x="6320560" y="415212"/>
                  </a:lnTo>
                  <a:lnTo>
                    <a:pt x="6301027" y="4190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867274" y="7658099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86324" y="8172449"/>
              <a:ext cx="6372225" cy="419100"/>
            </a:xfrm>
            <a:custGeom>
              <a:avLst/>
              <a:gdLst/>
              <a:ahLst/>
              <a:cxnLst/>
              <a:rect l="l" t="t" r="r" b="b"/>
              <a:pathLst>
                <a:path w="6372225" h="419100">
                  <a:moveTo>
                    <a:pt x="6301027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6301027" y="0"/>
                  </a:lnTo>
                  <a:lnTo>
                    <a:pt x="6305982" y="487"/>
                  </a:lnTo>
                  <a:lnTo>
                    <a:pt x="6342516" y="15620"/>
                  </a:lnTo>
                  <a:lnTo>
                    <a:pt x="6368336" y="51661"/>
                  </a:lnTo>
                  <a:lnTo>
                    <a:pt x="6372223" y="71196"/>
                  </a:lnTo>
                  <a:lnTo>
                    <a:pt x="6372223" y="347903"/>
                  </a:lnTo>
                  <a:lnTo>
                    <a:pt x="6356599" y="389393"/>
                  </a:lnTo>
                  <a:lnTo>
                    <a:pt x="6320560" y="415213"/>
                  </a:lnTo>
                  <a:lnTo>
                    <a:pt x="6301027" y="41909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867274" y="8172449"/>
              <a:ext cx="38100" cy="419100"/>
            </a:xfrm>
            <a:custGeom>
              <a:avLst/>
              <a:gdLst/>
              <a:ahLst/>
              <a:cxnLst/>
              <a:rect l="l" t="t" r="r" b="b"/>
              <a:pathLst>
                <a:path w="38100" h="419100">
                  <a:moveTo>
                    <a:pt x="38099" y="419099"/>
                  </a:moveTo>
                  <a:lnTo>
                    <a:pt x="0" y="4190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41909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67274" y="6857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3" y="266701"/>
                  </a:lnTo>
                  <a:lnTo>
                    <a:pt x="10016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79" y="121679"/>
                  </a:lnTo>
                  <a:lnTo>
                    <a:pt x="24385" y="83315"/>
                  </a:lnTo>
                  <a:lnTo>
                    <a:pt x="50216" y="50216"/>
                  </a:lnTo>
                  <a:lnTo>
                    <a:pt x="83314" y="24385"/>
                  </a:lnTo>
                  <a:lnTo>
                    <a:pt x="121679" y="7380"/>
                  </a:lnTo>
                  <a:lnTo>
                    <a:pt x="163026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20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8" y="121679"/>
                  </a:lnTo>
                  <a:lnTo>
                    <a:pt x="342693" y="163026"/>
                  </a:lnTo>
                  <a:lnTo>
                    <a:pt x="342899" y="171449"/>
                  </a:lnTo>
                  <a:lnTo>
                    <a:pt x="342693" y="179872"/>
                  </a:lnTo>
                  <a:lnTo>
                    <a:pt x="335518" y="221220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43474" y="6934199"/>
              <a:ext cx="190499" cy="19049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2537" y="7791449"/>
              <a:ext cx="104768" cy="1523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2537" y="8305799"/>
              <a:ext cx="104768" cy="15239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5314900" y="1048385"/>
            <a:ext cx="113030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무임승차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문제</a:t>
            </a:r>
            <a:endParaRPr sz="1700">
              <a:latin typeface="Malgun Gothic"/>
              <a:cs typeface="Malgun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857700" y="1481963"/>
            <a:ext cx="521970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일부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학생이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팀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활동에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소극적으로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참여하면서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다른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학생들의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노력에</a:t>
            </a:r>
            <a:r>
              <a:rPr sz="1350" spc="-10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의존하는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경우</a:t>
            </a:r>
            <a:endParaRPr sz="1350">
              <a:latin typeface="Dotum"/>
              <a:cs typeface="Dotum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062537" y="1962150"/>
            <a:ext cx="104775" cy="1181100"/>
            <a:chOff x="5062537" y="1962150"/>
            <a:chExt cx="104775" cy="1181100"/>
          </a:xfrm>
        </p:grpSpPr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2537" y="1962150"/>
              <a:ext cx="104768" cy="15239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2537" y="2476500"/>
              <a:ext cx="104768" cy="15239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2537" y="2990850"/>
              <a:ext cx="104768" cy="152399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5276800" y="1918893"/>
            <a:ext cx="4578985" cy="12623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260" dirty="0">
                <a:latin typeface="Dotum"/>
                <a:cs typeface="Dotum"/>
              </a:rPr>
              <a:t>개별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책무성을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강화하는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과제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설계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10" dirty="0">
                <a:latin typeface="IBM Plex Sans"/>
                <a:cs typeface="IBM Plex Sans"/>
              </a:rPr>
              <a:t>(</a:t>
            </a:r>
            <a:r>
              <a:rPr sz="1350" spc="-210" dirty="0">
                <a:latin typeface="Dotum"/>
                <a:cs typeface="Dotum"/>
              </a:rPr>
              <a:t>개인별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평가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요소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5" dirty="0">
                <a:latin typeface="Dotum"/>
                <a:cs typeface="Dotum"/>
              </a:rPr>
              <a:t>추가</a:t>
            </a:r>
            <a:r>
              <a:rPr sz="1350" spc="-25" dirty="0">
                <a:latin typeface="IBM Plex Sans"/>
                <a:cs typeface="IBM Plex Sans"/>
              </a:rPr>
              <a:t>)</a:t>
            </a:r>
            <a:endParaRPr sz="1350">
              <a:latin typeface="IBM Plex Sans"/>
              <a:cs typeface="IBM Plex Sans"/>
            </a:endParaRPr>
          </a:p>
          <a:p>
            <a:pPr marL="12700" marR="5080">
              <a:lnSpc>
                <a:spcPct val="250000"/>
              </a:lnSpc>
            </a:pPr>
            <a:r>
              <a:rPr sz="1350" spc="-260" dirty="0">
                <a:latin typeface="Dotum"/>
                <a:cs typeface="Dotum"/>
              </a:rPr>
              <a:t>역할을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명확히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분담하고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정기적으로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순환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195" dirty="0">
                <a:latin typeface="IBM Plex Sans"/>
                <a:cs typeface="IBM Plex Sans"/>
              </a:rPr>
              <a:t>(</a:t>
            </a:r>
            <a:r>
              <a:rPr sz="1350" spc="-195" dirty="0">
                <a:latin typeface="Dotum"/>
                <a:cs typeface="Dotum"/>
              </a:rPr>
              <a:t>모든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학생이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다양한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역할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100" dirty="0">
                <a:latin typeface="Dotum"/>
                <a:cs typeface="Dotum"/>
              </a:rPr>
              <a:t>경험</a:t>
            </a:r>
            <a:r>
              <a:rPr sz="1350" spc="-100" dirty="0">
                <a:latin typeface="IBM Plex Sans"/>
                <a:cs typeface="IBM Plex Sans"/>
              </a:rPr>
              <a:t>) </a:t>
            </a:r>
            <a:r>
              <a:rPr sz="1350" spc="-260" dirty="0">
                <a:latin typeface="Dotum"/>
                <a:cs typeface="Dotum"/>
              </a:rPr>
              <a:t>동료</a:t>
            </a:r>
            <a:r>
              <a:rPr sz="1350" spc="-12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평가를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통한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상호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견제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및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개별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면담으로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동기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부여</a:t>
            </a:r>
            <a:endParaRPr sz="1350">
              <a:latin typeface="Dotum"/>
              <a:cs typeface="Dotum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57700" y="3963034"/>
            <a:ext cx="4467225" cy="2132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9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능력</a:t>
            </a:r>
            <a:r>
              <a:rPr sz="1700" b="1" spc="-18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차이로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인한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갈등</a:t>
            </a:r>
            <a:endParaRPr sz="1700">
              <a:latin typeface="Malgun Gothic"/>
              <a:cs typeface="Malgun Gothic"/>
            </a:endParaRPr>
          </a:p>
          <a:p>
            <a:pPr marR="264160" algn="ctr">
              <a:lnSpc>
                <a:spcPct val="100000"/>
              </a:lnSpc>
              <a:spcBef>
                <a:spcPts val="1385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운동</a:t>
            </a:r>
            <a:r>
              <a:rPr sz="1350" spc="-110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능력의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차이로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인해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팀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내에서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불만이나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갈등이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발생하는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경우</a:t>
            </a:r>
            <a:endParaRPr sz="135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200">
              <a:latin typeface="Dotum"/>
              <a:cs typeface="Dotum"/>
            </a:endParaRPr>
          </a:p>
          <a:p>
            <a:pPr marR="212090" algn="ctr">
              <a:lnSpc>
                <a:spcPct val="100000"/>
              </a:lnSpc>
            </a:pPr>
            <a:r>
              <a:rPr sz="1350" spc="-260" dirty="0">
                <a:latin typeface="Dotum"/>
                <a:cs typeface="Dotum"/>
              </a:rPr>
              <a:t>능력이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아닌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노력과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향상도를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중시하는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평가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적용</a:t>
            </a:r>
            <a:endParaRPr sz="1350">
              <a:latin typeface="Dotum"/>
              <a:cs typeface="Dotum"/>
            </a:endParaRPr>
          </a:p>
          <a:p>
            <a:pPr marL="431165" marR="5080">
              <a:lnSpc>
                <a:spcPct val="250000"/>
              </a:lnSpc>
            </a:pPr>
            <a:r>
              <a:rPr sz="1350" spc="-260" dirty="0">
                <a:latin typeface="Dotum"/>
                <a:cs typeface="Dotum"/>
              </a:rPr>
              <a:t>각자의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강점을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찾아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역할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분담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5" dirty="0">
                <a:latin typeface="IBM Plex Sans"/>
                <a:cs typeface="IBM Plex Sans"/>
              </a:rPr>
              <a:t>(</a:t>
            </a:r>
            <a:r>
              <a:rPr sz="1350" spc="-195" dirty="0">
                <a:latin typeface="Dotum"/>
                <a:cs typeface="Dotum"/>
              </a:rPr>
              <a:t>운동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능력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외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190" dirty="0">
                <a:latin typeface="Dotum"/>
                <a:cs typeface="Dotum"/>
              </a:rPr>
              <a:t>전략</a:t>
            </a:r>
            <a:r>
              <a:rPr sz="1350" spc="-190" dirty="0">
                <a:latin typeface="IBM Plex Sans"/>
                <a:cs typeface="IBM Plex Sans"/>
              </a:rPr>
              <a:t>,</a:t>
            </a:r>
            <a:r>
              <a:rPr sz="1350" spc="30" dirty="0">
                <a:latin typeface="IBM Plex Sans"/>
                <a:cs typeface="IBM Plex Sans"/>
              </a:rPr>
              <a:t> </a:t>
            </a:r>
            <a:r>
              <a:rPr sz="1350" spc="-190" dirty="0">
                <a:latin typeface="Dotum"/>
                <a:cs typeface="Dotum"/>
              </a:rPr>
              <a:t>응원</a:t>
            </a:r>
            <a:r>
              <a:rPr sz="1350" spc="-190" dirty="0">
                <a:latin typeface="IBM Plex Sans"/>
                <a:cs typeface="IBM Plex Sans"/>
              </a:rPr>
              <a:t>,</a:t>
            </a:r>
            <a:r>
              <a:rPr sz="1350" spc="25" dirty="0">
                <a:latin typeface="IBM Plex Sans"/>
                <a:cs typeface="IBM Plex Sans"/>
              </a:rPr>
              <a:t> </a:t>
            </a:r>
            <a:r>
              <a:rPr sz="1350" spc="-260" dirty="0">
                <a:latin typeface="Dotum"/>
                <a:cs typeface="Dotum"/>
              </a:rPr>
              <a:t>기록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5" dirty="0">
                <a:latin typeface="Dotum"/>
                <a:cs typeface="Dotum"/>
              </a:rPr>
              <a:t>등</a:t>
            </a:r>
            <a:r>
              <a:rPr sz="1350" spc="-25" dirty="0">
                <a:latin typeface="IBM Plex Sans"/>
                <a:cs typeface="IBM Plex Sans"/>
              </a:rPr>
              <a:t>) </a:t>
            </a:r>
            <a:r>
              <a:rPr sz="1350" spc="-260" dirty="0">
                <a:latin typeface="Dotum"/>
                <a:cs typeface="Dotum"/>
              </a:rPr>
              <a:t>상급자가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하급자를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가르치는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구조로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서로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배움의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기회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제공</a:t>
            </a:r>
            <a:endParaRPr sz="1350">
              <a:latin typeface="Dotum"/>
              <a:cs typeface="Dotum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857700" y="6877684"/>
            <a:ext cx="3872229" cy="1618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9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시간</a:t>
            </a:r>
            <a:r>
              <a:rPr sz="1700" b="1" spc="-18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부족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문제</a:t>
            </a:r>
            <a:endParaRPr sz="17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협동학습은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개별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학습보다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더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많은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시간이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필요한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60" dirty="0">
                <a:solidFill>
                  <a:srgbClr val="374050"/>
                </a:solidFill>
                <a:latin typeface="Dotum"/>
                <a:cs typeface="Dotum"/>
              </a:rPr>
              <a:t>경우가</a:t>
            </a:r>
            <a:r>
              <a:rPr sz="1350" spc="-105" dirty="0">
                <a:solidFill>
                  <a:srgbClr val="374050"/>
                </a:solidFill>
                <a:latin typeface="Dotum"/>
                <a:cs typeface="Dotum"/>
              </a:rPr>
              <a:t> </a:t>
            </a:r>
            <a:r>
              <a:rPr sz="1350" spc="-285" dirty="0">
                <a:solidFill>
                  <a:srgbClr val="374050"/>
                </a:solidFill>
                <a:latin typeface="Dotum"/>
                <a:cs typeface="Dotum"/>
              </a:rPr>
              <a:t>많음</a:t>
            </a:r>
            <a:endParaRPr sz="135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200">
              <a:latin typeface="Dotum"/>
              <a:cs typeface="Dotum"/>
            </a:endParaRPr>
          </a:p>
          <a:p>
            <a:pPr marL="431165">
              <a:lnSpc>
                <a:spcPct val="100000"/>
              </a:lnSpc>
            </a:pPr>
            <a:r>
              <a:rPr sz="1350" spc="-260" dirty="0">
                <a:latin typeface="Dotum"/>
                <a:cs typeface="Dotum"/>
              </a:rPr>
              <a:t>핵심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내용에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집중한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효율적인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과제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설계와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시간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관리</a:t>
            </a:r>
            <a:endParaRPr sz="1350">
              <a:latin typeface="Dotum"/>
              <a:cs typeface="Dotum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1200">
              <a:latin typeface="Dotum"/>
              <a:cs typeface="Dotum"/>
            </a:endParaRPr>
          </a:p>
          <a:p>
            <a:pPr marL="431165">
              <a:lnSpc>
                <a:spcPct val="100000"/>
              </a:lnSpc>
            </a:pPr>
            <a:r>
              <a:rPr sz="1350" spc="-260" dirty="0">
                <a:latin typeface="Dotum"/>
                <a:cs typeface="Dotum"/>
              </a:rPr>
              <a:t>사전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준비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10" dirty="0">
                <a:latin typeface="Dotum"/>
                <a:cs typeface="Dotum"/>
              </a:rPr>
              <a:t>활동</a:t>
            </a:r>
            <a:r>
              <a:rPr sz="1350" spc="-210" dirty="0">
                <a:latin typeface="IBM Plex Sans"/>
                <a:cs typeface="IBM Plex Sans"/>
              </a:rPr>
              <a:t>(</a:t>
            </a:r>
            <a:r>
              <a:rPr sz="1350" spc="-210" dirty="0">
                <a:latin typeface="Dotum"/>
                <a:cs typeface="Dotum"/>
              </a:rPr>
              <a:t>과제</a:t>
            </a:r>
            <a:r>
              <a:rPr sz="1350" spc="-210" dirty="0">
                <a:latin typeface="IBM Plex Sans"/>
                <a:cs typeface="IBM Plex Sans"/>
              </a:rPr>
              <a:t>/</a:t>
            </a:r>
            <a:r>
              <a:rPr sz="1350" spc="-210" dirty="0">
                <a:latin typeface="Dotum"/>
                <a:cs typeface="Dotum"/>
              </a:rPr>
              <a:t>영상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10" dirty="0">
                <a:latin typeface="Dotum"/>
                <a:cs typeface="Dotum"/>
              </a:rPr>
              <a:t>학습</a:t>
            </a:r>
            <a:r>
              <a:rPr sz="1350" spc="-210" dirty="0">
                <a:latin typeface="IBM Plex Sans"/>
                <a:cs typeface="IBM Plex Sans"/>
              </a:rPr>
              <a:t>)</a:t>
            </a:r>
            <a:r>
              <a:rPr sz="1350" spc="-210" dirty="0">
                <a:latin typeface="Dotum"/>
                <a:cs typeface="Dotum"/>
              </a:rPr>
              <a:t>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통한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수업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시간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95" dirty="0">
                <a:latin typeface="Dotum"/>
                <a:cs typeface="Dotum"/>
              </a:rPr>
              <a:t>절약</a:t>
            </a:r>
            <a:endParaRPr sz="1350">
              <a:latin typeface="Dotum"/>
              <a:cs typeface="Dotum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066841" y="2283618"/>
            <a:ext cx="571500" cy="500380"/>
          </a:xfrm>
          <a:custGeom>
            <a:avLst/>
            <a:gdLst/>
            <a:ahLst/>
            <a:cxnLst/>
            <a:rect l="l" t="t" r="r" b="b"/>
            <a:pathLst>
              <a:path w="571500" h="500380">
                <a:moveTo>
                  <a:pt x="526809" y="500062"/>
                </a:moveTo>
                <a:lnTo>
                  <a:pt x="44606" y="500062"/>
                </a:lnTo>
                <a:lnTo>
                  <a:pt x="32935" y="498503"/>
                </a:lnTo>
                <a:lnTo>
                  <a:pt x="1435" y="466724"/>
                </a:lnTo>
                <a:lnTo>
                  <a:pt x="0" y="455204"/>
                </a:lnTo>
                <a:lnTo>
                  <a:pt x="1557" y="443706"/>
                </a:lnTo>
                <a:lnTo>
                  <a:pt x="247198" y="22100"/>
                </a:lnTo>
                <a:lnTo>
                  <a:pt x="285708" y="0"/>
                </a:lnTo>
                <a:lnTo>
                  <a:pt x="297281" y="1522"/>
                </a:lnTo>
                <a:lnTo>
                  <a:pt x="395106" y="142875"/>
                </a:lnTo>
                <a:lnTo>
                  <a:pt x="285708" y="142875"/>
                </a:lnTo>
                <a:lnTo>
                  <a:pt x="275259" y="144973"/>
                </a:lnTo>
                <a:lnTo>
                  <a:pt x="266746" y="150702"/>
                </a:lnTo>
                <a:lnTo>
                  <a:pt x="261017" y="159215"/>
                </a:lnTo>
                <a:lnTo>
                  <a:pt x="258919" y="169664"/>
                </a:lnTo>
                <a:lnTo>
                  <a:pt x="258919" y="294679"/>
                </a:lnTo>
                <a:lnTo>
                  <a:pt x="261017" y="305128"/>
                </a:lnTo>
                <a:lnTo>
                  <a:pt x="266746" y="313641"/>
                </a:lnTo>
                <a:lnTo>
                  <a:pt x="275259" y="319370"/>
                </a:lnTo>
                <a:lnTo>
                  <a:pt x="285708" y="321468"/>
                </a:lnTo>
                <a:lnTo>
                  <a:pt x="499933" y="321468"/>
                </a:lnTo>
                <a:lnTo>
                  <a:pt x="520898" y="357187"/>
                </a:lnTo>
                <a:lnTo>
                  <a:pt x="280971" y="357187"/>
                </a:lnTo>
                <a:lnTo>
                  <a:pt x="250895" y="383613"/>
                </a:lnTo>
                <a:lnTo>
                  <a:pt x="249989" y="388169"/>
                </a:lnTo>
                <a:lnTo>
                  <a:pt x="249989" y="397642"/>
                </a:lnTo>
                <a:lnTo>
                  <a:pt x="276415" y="427718"/>
                </a:lnTo>
                <a:lnTo>
                  <a:pt x="280971" y="428624"/>
                </a:lnTo>
                <a:lnTo>
                  <a:pt x="562829" y="428624"/>
                </a:lnTo>
                <a:lnTo>
                  <a:pt x="565318" y="432866"/>
                </a:lnTo>
                <a:lnTo>
                  <a:pt x="569886" y="443706"/>
                </a:lnTo>
                <a:lnTo>
                  <a:pt x="571452" y="455204"/>
                </a:lnTo>
                <a:lnTo>
                  <a:pt x="569998" y="466724"/>
                </a:lnTo>
                <a:lnTo>
                  <a:pt x="565542" y="477626"/>
                </a:lnTo>
                <a:lnTo>
                  <a:pt x="558391" y="486971"/>
                </a:lnTo>
                <a:lnTo>
                  <a:pt x="549189" y="494034"/>
                </a:lnTo>
                <a:lnTo>
                  <a:pt x="538481" y="498503"/>
                </a:lnTo>
                <a:lnTo>
                  <a:pt x="526809" y="500062"/>
                </a:lnTo>
                <a:close/>
              </a:path>
              <a:path w="571500" h="500380">
                <a:moveTo>
                  <a:pt x="499933" y="321468"/>
                </a:moveTo>
                <a:lnTo>
                  <a:pt x="285708" y="321468"/>
                </a:lnTo>
                <a:lnTo>
                  <a:pt x="296156" y="319370"/>
                </a:lnTo>
                <a:lnTo>
                  <a:pt x="304669" y="313641"/>
                </a:lnTo>
                <a:lnTo>
                  <a:pt x="310399" y="305128"/>
                </a:lnTo>
                <a:lnTo>
                  <a:pt x="312497" y="294679"/>
                </a:lnTo>
                <a:lnTo>
                  <a:pt x="312497" y="169664"/>
                </a:lnTo>
                <a:lnTo>
                  <a:pt x="310399" y="159215"/>
                </a:lnTo>
                <a:lnTo>
                  <a:pt x="304669" y="150702"/>
                </a:lnTo>
                <a:lnTo>
                  <a:pt x="296156" y="144973"/>
                </a:lnTo>
                <a:lnTo>
                  <a:pt x="285708" y="142875"/>
                </a:lnTo>
                <a:lnTo>
                  <a:pt x="395106" y="142875"/>
                </a:lnTo>
                <a:lnTo>
                  <a:pt x="499933" y="321468"/>
                </a:lnTo>
                <a:close/>
              </a:path>
              <a:path w="571500" h="500380">
                <a:moveTo>
                  <a:pt x="562829" y="428624"/>
                </a:moveTo>
                <a:lnTo>
                  <a:pt x="290444" y="428624"/>
                </a:lnTo>
                <a:lnTo>
                  <a:pt x="295001" y="427718"/>
                </a:lnTo>
                <a:lnTo>
                  <a:pt x="303753" y="424093"/>
                </a:lnTo>
                <a:lnTo>
                  <a:pt x="321426" y="397642"/>
                </a:lnTo>
                <a:lnTo>
                  <a:pt x="321426" y="388169"/>
                </a:lnTo>
                <a:lnTo>
                  <a:pt x="295001" y="358093"/>
                </a:lnTo>
                <a:lnTo>
                  <a:pt x="290444" y="357187"/>
                </a:lnTo>
                <a:lnTo>
                  <a:pt x="520898" y="357187"/>
                </a:lnTo>
                <a:lnTo>
                  <a:pt x="562829" y="428624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0" y="931544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1085850"/>
          </a:xfrm>
          <a:custGeom>
            <a:avLst/>
            <a:gdLst/>
            <a:ahLst/>
            <a:cxnLst/>
            <a:rect l="l" t="t" r="r" b="b"/>
            <a:pathLst>
              <a:path w="76200" h="1085850">
                <a:moveTo>
                  <a:pt x="76199" y="1085849"/>
                </a:moveTo>
                <a:lnTo>
                  <a:pt x="0" y="1085849"/>
                </a:lnTo>
                <a:lnTo>
                  <a:pt x="0" y="0"/>
                </a:lnTo>
                <a:lnTo>
                  <a:pt x="76199" y="0"/>
                </a:lnTo>
                <a:lnTo>
                  <a:pt x="76199" y="10858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5"/>
              </a:spcBef>
            </a:pPr>
            <a:r>
              <a:rPr sz="3150" b="0" spc="90" dirty="0">
                <a:latin typeface="Segoe UI Symbol"/>
                <a:cs typeface="Segoe UI Symbol"/>
              </a:rPr>
              <a:t>8.</a:t>
            </a:r>
            <a:r>
              <a:rPr sz="3150" b="0" spc="-140" dirty="0">
                <a:latin typeface="Segoe UI Symbol"/>
                <a:cs typeface="Segoe UI Symbol"/>
              </a:rPr>
              <a:t> </a:t>
            </a:r>
            <a:r>
              <a:rPr spc="-630" dirty="0"/>
              <a:t>실제</a:t>
            </a:r>
            <a:r>
              <a:rPr spc="-400" dirty="0"/>
              <a:t> </a:t>
            </a:r>
            <a:r>
              <a:rPr spc="-630" dirty="0"/>
              <a:t>적용</a:t>
            </a:r>
            <a:r>
              <a:rPr spc="-405" dirty="0"/>
              <a:t> </a:t>
            </a:r>
            <a:r>
              <a:rPr spc="-660" dirty="0"/>
              <a:t>지도안 </a:t>
            </a:r>
            <a:r>
              <a:rPr spc="-655" dirty="0"/>
              <a:t>예시</a:t>
            </a:r>
            <a:endParaRPr sz="3150">
              <a:latin typeface="Segoe UI Symbol"/>
              <a:cs typeface="Segoe UI 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67261" y="910271"/>
            <a:ext cx="6715125" cy="2828925"/>
            <a:chOff x="4705349" y="866774"/>
            <a:chExt cx="6715125" cy="2828925"/>
          </a:xfrm>
        </p:grpSpPr>
        <p:sp>
          <p:nvSpPr>
            <p:cNvPr id="5" name="object 5"/>
            <p:cNvSpPr/>
            <p:nvPr/>
          </p:nvSpPr>
          <p:spPr>
            <a:xfrm>
              <a:off x="4705349" y="866774"/>
              <a:ext cx="6715125" cy="2828925"/>
            </a:xfrm>
            <a:custGeom>
              <a:avLst/>
              <a:gdLst/>
              <a:ahLst/>
              <a:cxnLst/>
              <a:rect l="l" t="t" r="r" b="b"/>
              <a:pathLst>
                <a:path w="6715125" h="2828925">
                  <a:moveTo>
                    <a:pt x="6652827" y="2828924"/>
                  </a:moveTo>
                  <a:lnTo>
                    <a:pt x="62296" y="2828924"/>
                  </a:lnTo>
                  <a:lnTo>
                    <a:pt x="57960" y="2828497"/>
                  </a:lnTo>
                  <a:lnTo>
                    <a:pt x="22623" y="2812491"/>
                  </a:lnTo>
                  <a:lnTo>
                    <a:pt x="2134" y="2779550"/>
                  </a:lnTo>
                  <a:lnTo>
                    <a:pt x="0" y="2766627"/>
                  </a:lnTo>
                  <a:lnTo>
                    <a:pt x="0" y="2762249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4"/>
                  </a:lnTo>
                  <a:lnTo>
                    <a:pt x="6715123" y="62296"/>
                  </a:lnTo>
                  <a:lnTo>
                    <a:pt x="6715123" y="2766627"/>
                  </a:lnTo>
                  <a:lnTo>
                    <a:pt x="6701453" y="2802932"/>
                  </a:lnTo>
                  <a:lnTo>
                    <a:pt x="6669917" y="2825524"/>
                  </a:lnTo>
                  <a:lnTo>
                    <a:pt x="6657161" y="2828497"/>
                  </a:lnTo>
                  <a:lnTo>
                    <a:pt x="6652827" y="282892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05349" y="866774"/>
              <a:ext cx="6715125" cy="2828925"/>
            </a:xfrm>
            <a:custGeom>
              <a:avLst/>
              <a:gdLst/>
              <a:ahLst/>
              <a:cxnLst/>
              <a:rect l="l" t="t" r="r" b="b"/>
              <a:pathLst>
                <a:path w="6715125" h="2828925">
                  <a:moveTo>
                    <a:pt x="0" y="276224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399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2"/>
                  </a:lnTo>
                  <a:lnTo>
                    <a:pt x="6706319" y="33272"/>
                  </a:lnTo>
                  <a:lnTo>
                    <a:pt x="6715124" y="66674"/>
                  </a:lnTo>
                  <a:lnTo>
                    <a:pt x="6715124" y="2762249"/>
                  </a:lnTo>
                  <a:lnTo>
                    <a:pt x="6703885" y="2799292"/>
                  </a:lnTo>
                  <a:lnTo>
                    <a:pt x="6701453" y="2802932"/>
                  </a:lnTo>
                  <a:lnTo>
                    <a:pt x="6685490" y="2817687"/>
                  </a:lnTo>
                  <a:lnTo>
                    <a:pt x="6681849" y="2820119"/>
                  </a:lnTo>
                  <a:lnTo>
                    <a:pt x="6678008" y="2822173"/>
                  </a:lnTo>
                  <a:lnTo>
                    <a:pt x="6673963" y="2823848"/>
                  </a:lnTo>
                  <a:lnTo>
                    <a:pt x="6669917" y="2825524"/>
                  </a:lnTo>
                  <a:lnTo>
                    <a:pt x="6665749" y="2826788"/>
                  </a:lnTo>
                  <a:lnTo>
                    <a:pt x="6661455" y="2827643"/>
                  </a:lnTo>
                  <a:lnTo>
                    <a:pt x="6657161" y="2828497"/>
                  </a:lnTo>
                  <a:lnTo>
                    <a:pt x="6652827" y="2828924"/>
                  </a:lnTo>
                  <a:lnTo>
                    <a:pt x="6648449" y="2828924"/>
                  </a:lnTo>
                  <a:lnTo>
                    <a:pt x="66674" y="2828924"/>
                  </a:lnTo>
                  <a:lnTo>
                    <a:pt x="62296" y="2828924"/>
                  </a:lnTo>
                  <a:lnTo>
                    <a:pt x="57960" y="2828497"/>
                  </a:lnTo>
                  <a:lnTo>
                    <a:pt x="53667" y="2827643"/>
                  </a:lnTo>
                  <a:lnTo>
                    <a:pt x="49372" y="2826788"/>
                  </a:lnTo>
                  <a:lnTo>
                    <a:pt x="29631" y="2817687"/>
                  </a:lnTo>
                  <a:lnTo>
                    <a:pt x="25991" y="2815255"/>
                  </a:lnTo>
                  <a:lnTo>
                    <a:pt x="11236" y="2799291"/>
                  </a:lnTo>
                  <a:lnTo>
                    <a:pt x="8803" y="2795651"/>
                  </a:lnTo>
                  <a:lnTo>
                    <a:pt x="6749" y="2791809"/>
                  </a:lnTo>
                  <a:lnTo>
                    <a:pt x="5074" y="2787764"/>
                  </a:lnTo>
                  <a:lnTo>
                    <a:pt x="3399" y="2783719"/>
                  </a:lnTo>
                  <a:lnTo>
                    <a:pt x="2134" y="2779550"/>
                  </a:lnTo>
                  <a:lnTo>
                    <a:pt x="1280" y="2775257"/>
                  </a:lnTo>
                  <a:lnTo>
                    <a:pt x="427" y="2770963"/>
                  </a:lnTo>
                  <a:lnTo>
                    <a:pt x="0" y="2766627"/>
                  </a:lnTo>
                  <a:lnTo>
                    <a:pt x="0" y="276224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0437" y="1079487"/>
              <a:ext cx="184174" cy="18417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695824" y="3857624"/>
            <a:ext cx="6734175" cy="2847975"/>
            <a:chOff x="4695824" y="3857624"/>
            <a:chExt cx="6734175" cy="2847975"/>
          </a:xfrm>
        </p:grpSpPr>
        <p:sp>
          <p:nvSpPr>
            <p:cNvPr id="9" name="object 9"/>
            <p:cNvSpPr/>
            <p:nvPr/>
          </p:nvSpPr>
          <p:spPr>
            <a:xfrm>
              <a:off x="4705349" y="3867149"/>
              <a:ext cx="6715125" cy="2828925"/>
            </a:xfrm>
            <a:custGeom>
              <a:avLst/>
              <a:gdLst/>
              <a:ahLst/>
              <a:cxnLst/>
              <a:rect l="l" t="t" r="r" b="b"/>
              <a:pathLst>
                <a:path w="6715125" h="2828925">
                  <a:moveTo>
                    <a:pt x="6652827" y="2828924"/>
                  </a:moveTo>
                  <a:lnTo>
                    <a:pt x="62296" y="2828924"/>
                  </a:lnTo>
                  <a:lnTo>
                    <a:pt x="57960" y="2828496"/>
                  </a:lnTo>
                  <a:lnTo>
                    <a:pt x="22623" y="2812491"/>
                  </a:lnTo>
                  <a:lnTo>
                    <a:pt x="2134" y="2779550"/>
                  </a:lnTo>
                  <a:lnTo>
                    <a:pt x="0" y="2766628"/>
                  </a:lnTo>
                  <a:lnTo>
                    <a:pt x="0" y="2762249"/>
                  </a:lnTo>
                  <a:lnTo>
                    <a:pt x="0" y="62296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6"/>
                  </a:lnTo>
                  <a:lnTo>
                    <a:pt x="6715123" y="2766628"/>
                  </a:lnTo>
                  <a:lnTo>
                    <a:pt x="6701453" y="2802932"/>
                  </a:lnTo>
                  <a:lnTo>
                    <a:pt x="6669917" y="2825524"/>
                  </a:lnTo>
                  <a:lnTo>
                    <a:pt x="6657161" y="2828497"/>
                  </a:lnTo>
                  <a:lnTo>
                    <a:pt x="6652827" y="282892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05349" y="3867149"/>
              <a:ext cx="6715125" cy="2828925"/>
            </a:xfrm>
            <a:custGeom>
              <a:avLst/>
              <a:gdLst/>
              <a:ahLst/>
              <a:cxnLst/>
              <a:rect l="l" t="t" r="r" b="b"/>
              <a:pathLst>
                <a:path w="6715125" h="2828925">
                  <a:moveTo>
                    <a:pt x="0" y="276224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0" y="53666"/>
                  </a:lnTo>
                  <a:lnTo>
                    <a:pt x="2134" y="49372"/>
                  </a:lnTo>
                  <a:lnTo>
                    <a:pt x="3399" y="45203"/>
                  </a:lnTo>
                  <a:lnTo>
                    <a:pt x="5074" y="41158"/>
                  </a:lnTo>
                  <a:lnTo>
                    <a:pt x="6749" y="37113"/>
                  </a:lnTo>
                  <a:lnTo>
                    <a:pt x="8803" y="33271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3"/>
                  </a:lnTo>
                  <a:lnTo>
                    <a:pt x="37114" y="6749"/>
                  </a:lnTo>
                  <a:lnTo>
                    <a:pt x="41159" y="5074"/>
                  </a:lnTo>
                  <a:lnTo>
                    <a:pt x="45203" y="3399"/>
                  </a:lnTo>
                  <a:lnTo>
                    <a:pt x="49373" y="2134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4"/>
                  </a:lnTo>
                  <a:lnTo>
                    <a:pt x="6669917" y="3399"/>
                  </a:lnTo>
                  <a:lnTo>
                    <a:pt x="6673963" y="5074"/>
                  </a:lnTo>
                  <a:lnTo>
                    <a:pt x="6678008" y="6749"/>
                  </a:lnTo>
                  <a:lnTo>
                    <a:pt x="6681849" y="8803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1"/>
                  </a:lnTo>
                  <a:lnTo>
                    <a:pt x="6706319" y="33271"/>
                  </a:lnTo>
                  <a:lnTo>
                    <a:pt x="6708372" y="37113"/>
                  </a:lnTo>
                  <a:lnTo>
                    <a:pt x="6710048" y="41158"/>
                  </a:lnTo>
                  <a:lnTo>
                    <a:pt x="6711723" y="45203"/>
                  </a:lnTo>
                  <a:lnTo>
                    <a:pt x="6715124" y="66674"/>
                  </a:lnTo>
                  <a:lnTo>
                    <a:pt x="6715124" y="2762249"/>
                  </a:lnTo>
                  <a:lnTo>
                    <a:pt x="6710048" y="2787764"/>
                  </a:lnTo>
                  <a:lnTo>
                    <a:pt x="6708372" y="2791809"/>
                  </a:lnTo>
                  <a:lnTo>
                    <a:pt x="6706319" y="2795652"/>
                  </a:lnTo>
                  <a:lnTo>
                    <a:pt x="6703885" y="2799292"/>
                  </a:lnTo>
                  <a:lnTo>
                    <a:pt x="6701453" y="2802932"/>
                  </a:lnTo>
                  <a:lnTo>
                    <a:pt x="6685490" y="2817687"/>
                  </a:lnTo>
                  <a:lnTo>
                    <a:pt x="6681849" y="2820118"/>
                  </a:lnTo>
                  <a:lnTo>
                    <a:pt x="6648449" y="2828924"/>
                  </a:lnTo>
                  <a:lnTo>
                    <a:pt x="66674" y="2828924"/>
                  </a:lnTo>
                  <a:lnTo>
                    <a:pt x="62296" y="2828924"/>
                  </a:lnTo>
                  <a:lnTo>
                    <a:pt x="57960" y="2828496"/>
                  </a:lnTo>
                  <a:lnTo>
                    <a:pt x="53667" y="2827642"/>
                  </a:lnTo>
                  <a:lnTo>
                    <a:pt x="49372" y="2826788"/>
                  </a:lnTo>
                  <a:lnTo>
                    <a:pt x="19528" y="2809395"/>
                  </a:lnTo>
                  <a:lnTo>
                    <a:pt x="16432" y="2806299"/>
                  </a:lnTo>
                  <a:lnTo>
                    <a:pt x="13668" y="2802932"/>
                  </a:lnTo>
                  <a:lnTo>
                    <a:pt x="11236" y="2799292"/>
                  </a:lnTo>
                  <a:lnTo>
                    <a:pt x="8803" y="2795652"/>
                  </a:lnTo>
                  <a:lnTo>
                    <a:pt x="6749" y="2791809"/>
                  </a:lnTo>
                  <a:lnTo>
                    <a:pt x="5074" y="2787764"/>
                  </a:lnTo>
                  <a:lnTo>
                    <a:pt x="3399" y="2783719"/>
                  </a:lnTo>
                  <a:lnTo>
                    <a:pt x="2134" y="2779550"/>
                  </a:lnTo>
                  <a:lnTo>
                    <a:pt x="1280" y="2775257"/>
                  </a:lnTo>
                  <a:lnTo>
                    <a:pt x="427" y="2770963"/>
                  </a:lnTo>
                  <a:lnTo>
                    <a:pt x="0" y="2766628"/>
                  </a:lnTo>
                  <a:lnTo>
                    <a:pt x="0" y="276224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7274" y="4076699"/>
              <a:ext cx="190499" cy="19049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5124400" y="1019810"/>
            <a:ext cx="272034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배드민턴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협동학습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지도안</a:t>
            </a:r>
            <a:r>
              <a:rPr sz="1700" b="1" spc="-17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650" b="1" spc="-145" dirty="0">
                <a:solidFill>
                  <a:srgbClr val="1D40AF"/>
                </a:solidFill>
                <a:latin typeface="Trebuchet MS"/>
                <a:cs typeface="Trebuchet MS"/>
              </a:rPr>
              <a:t>(6</a:t>
            </a:r>
            <a:r>
              <a:rPr sz="1700" b="1" spc="-145" dirty="0">
                <a:solidFill>
                  <a:srgbClr val="1D40AF"/>
                </a:solidFill>
                <a:latin typeface="Malgun Gothic"/>
                <a:cs typeface="Malgun Gothic"/>
              </a:rPr>
              <a:t>차시</a:t>
            </a:r>
            <a:r>
              <a:rPr sz="1650" b="1" spc="-145" dirty="0">
                <a:solidFill>
                  <a:srgbClr val="1D40AF"/>
                </a:solidFill>
                <a:latin typeface="Trebuchet MS"/>
                <a:cs typeface="Trebuchet MS"/>
              </a:rPr>
              <a:t>)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67274" y="1428749"/>
            <a:ext cx="371475" cy="457200"/>
            <a:chOff x="4867274" y="1428749"/>
            <a:chExt cx="371475" cy="457200"/>
          </a:xfrm>
        </p:grpSpPr>
        <p:sp>
          <p:nvSpPr>
            <p:cNvPr id="15" name="object 15"/>
            <p:cNvSpPr/>
            <p:nvPr/>
          </p:nvSpPr>
          <p:spPr>
            <a:xfrm>
              <a:off x="4867274" y="1428749"/>
              <a:ext cx="28575" cy="457200"/>
            </a:xfrm>
            <a:custGeom>
              <a:avLst/>
              <a:gdLst/>
              <a:ahLst/>
              <a:cxnLst/>
              <a:rect l="l" t="t" r="r" b="b"/>
              <a:pathLst>
                <a:path w="28575" h="457200">
                  <a:moveTo>
                    <a:pt x="285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457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0149" y="1428749"/>
              <a:ext cx="228599" cy="2285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081091" y="1450313"/>
            <a:ext cx="933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24425" y="1339968"/>
            <a:ext cx="1781175" cy="537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spc="-260" dirty="0">
                <a:latin typeface="Dotum"/>
                <a:cs typeface="Dotum"/>
              </a:rPr>
              <a:t>팀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구성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및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기본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기능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익히기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40" dirty="0">
                <a:solidFill>
                  <a:srgbClr val="4A5462"/>
                </a:solidFill>
                <a:latin typeface="IBM Plex Sans"/>
                <a:cs typeface="IBM Plex Sans"/>
              </a:rPr>
              <a:t>(</a:t>
            </a:r>
            <a:r>
              <a:rPr sz="1000" spc="-140" dirty="0">
                <a:solidFill>
                  <a:srgbClr val="4A5462"/>
                </a:solidFill>
                <a:latin typeface="Dotum"/>
                <a:cs typeface="Dotum"/>
              </a:rPr>
              <a:t>동료</a:t>
            </a:r>
            <a:r>
              <a:rPr sz="100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교수법</a:t>
            </a:r>
            <a:r>
              <a:rPr sz="1000" spc="-7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25" dirty="0">
                <a:solidFill>
                  <a:srgbClr val="4A5462"/>
                </a:solidFill>
                <a:latin typeface="Dotum"/>
                <a:cs typeface="Dotum"/>
              </a:rPr>
              <a:t>활용</a:t>
            </a:r>
            <a:r>
              <a:rPr sz="1000" spc="-25" dirty="0">
                <a:solidFill>
                  <a:srgbClr val="4A5462"/>
                </a:solidFill>
                <a:latin typeface="IBM Plex Sans"/>
                <a:cs typeface="IBM Plex Sans"/>
              </a:rPr>
              <a:t>)</a:t>
            </a:r>
            <a:endParaRPr sz="1000">
              <a:latin typeface="IBM Plex Sans"/>
              <a:cs typeface="IBM Plex San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124824" y="1428749"/>
            <a:ext cx="371475" cy="457200"/>
            <a:chOff x="8124824" y="1428749"/>
            <a:chExt cx="371475" cy="457200"/>
          </a:xfrm>
        </p:grpSpPr>
        <p:sp>
          <p:nvSpPr>
            <p:cNvPr id="20" name="object 20"/>
            <p:cNvSpPr/>
            <p:nvPr/>
          </p:nvSpPr>
          <p:spPr>
            <a:xfrm>
              <a:off x="8124824" y="1428749"/>
              <a:ext cx="28575" cy="457200"/>
            </a:xfrm>
            <a:custGeom>
              <a:avLst/>
              <a:gdLst/>
              <a:ahLst/>
              <a:cxnLst/>
              <a:rect l="l" t="t" r="r" b="b"/>
              <a:pathLst>
                <a:path w="28575" h="457200">
                  <a:moveTo>
                    <a:pt x="285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457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67698" y="1428749"/>
              <a:ext cx="228600" cy="22859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8332241" y="1450313"/>
            <a:ext cx="933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75575" y="1339968"/>
            <a:ext cx="1415415" cy="537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spc="-260" dirty="0">
                <a:latin typeface="Dotum"/>
                <a:cs typeface="Dotum"/>
              </a:rPr>
              <a:t>협력을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통한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기능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향상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40" dirty="0">
                <a:solidFill>
                  <a:srgbClr val="4A5462"/>
                </a:solidFill>
                <a:latin typeface="IBM Plex Sans"/>
                <a:cs typeface="IBM Plex Sans"/>
              </a:rPr>
              <a:t>(</a:t>
            </a:r>
            <a:r>
              <a:rPr sz="1000" spc="-140" dirty="0">
                <a:solidFill>
                  <a:srgbClr val="4A5462"/>
                </a:solidFill>
                <a:latin typeface="Dotum"/>
                <a:cs typeface="Dotum"/>
              </a:rPr>
              <a:t>팀별</a:t>
            </a:r>
            <a:r>
              <a:rPr sz="1000" spc="-8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연속</a:t>
            </a:r>
            <a:r>
              <a:rPr sz="100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성공</a:t>
            </a:r>
            <a:r>
              <a:rPr sz="100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25" dirty="0">
                <a:solidFill>
                  <a:srgbClr val="4A5462"/>
                </a:solidFill>
                <a:latin typeface="Dotum"/>
                <a:cs typeface="Dotum"/>
              </a:rPr>
              <a:t>도전</a:t>
            </a:r>
            <a:r>
              <a:rPr sz="1000" spc="-25" dirty="0">
                <a:solidFill>
                  <a:srgbClr val="4A5462"/>
                </a:solidFill>
                <a:latin typeface="IBM Plex Sans"/>
                <a:cs typeface="IBM Plex Sans"/>
              </a:rPr>
              <a:t>)</a:t>
            </a:r>
            <a:endParaRPr sz="1000">
              <a:latin typeface="IBM Plex Sans"/>
              <a:cs typeface="IBM Plex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867274" y="2076449"/>
            <a:ext cx="371475" cy="457200"/>
            <a:chOff x="4867274" y="2076449"/>
            <a:chExt cx="371475" cy="457200"/>
          </a:xfrm>
        </p:grpSpPr>
        <p:sp>
          <p:nvSpPr>
            <p:cNvPr id="25" name="object 25"/>
            <p:cNvSpPr/>
            <p:nvPr/>
          </p:nvSpPr>
          <p:spPr>
            <a:xfrm>
              <a:off x="4867274" y="2076449"/>
              <a:ext cx="28575" cy="457200"/>
            </a:xfrm>
            <a:custGeom>
              <a:avLst/>
              <a:gdLst/>
              <a:ahLst/>
              <a:cxnLst/>
              <a:rect l="l" t="t" r="r" b="b"/>
              <a:pathLst>
                <a:path w="28575" h="457200">
                  <a:moveTo>
                    <a:pt x="285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457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0149" y="2076449"/>
              <a:ext cx="228599" cy="2285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081091" y="2098013"/>
            <a:ext cx="933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24424" y="1987668"/>
            <a:ext cx="1693545" cy="537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spc="-260" dirty="0">
                <a:latin typeface="Dotum"/>
                <a:cs typeface="Dotum"/>
              </a:rPr>
              <a:t>복식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경기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준비</a:t>
            </a:r>
            <a:endParaRPr sz="1350" dirty="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40" dirty="0">
                <a:solidFill>
                  <a:srgbClr val="4A5462"/>
                </a:solidFill>
                <a:latin typeface="IBM Plex Sans"/>
                <a:cs typeface="IBM Plex Sans"/>
              </a:rPr>
              <a:t>(</a:t>
            </a:r>
            <a:r>
              <a:rPr sz="1000" spc="-140" dirty="0">
                <a:solidFill>
                  <a:srgbClr val="4A5462"/>
                </a:solidFill>
                <a:latin typeface="Dotum"/>
                <a:cs typeface="Dotum"/>
              </a:rPr>
              <a:t>규칙</a:t>
            </a:r>
            <a:r>
              <a:rPr sz="1000" spc="-7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35" dirty="0">
                <a:solidFill>
                  <a:srgbClr val="4A5462"/>
                </a:solidFill>
                <a:latin typeface="Dotum"/>
                <a:cs typeface="Dotum"/>
              </a:rPr>
              <a:t>학습</a:t>
            </a:r>
            <a:r>
              <a:rPr sz="1000" spc="-135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30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포지션별</a:t>
            </a:r>
            <a:r>
              <a:rPr sz="1000" spc="-70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95" dirty="0">
                <a:solidFill>
                  <a:srgbClr val="4A5462"/>
                </a:solidFill>
                <a:latin typeface="Dotum"/>
                <a:cs typeface="Dotum"/>
              </a:rPr>
              <a:t>역할</a:t>
            </a:r>
            <a:r>
              <a:rPr sz="1000" spc="-95" dirty="0">
                <a:solidFill>
                  <a:srgbClr val="4A5462"/>
                </a:solidFill>
                <a:latin typeface="IBM Plex Sans"/>
                <a:cs typeface="IBM Plex Sans"/>
              </a:rPr>
              <a:t>)</a:t>
            </a:r>
            <a:endParaRPr sz="1000" dirty="0">
              <a:latin typeface="IBM Plex Sans"/>
              <a:cs typeface="IBM Plex San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124824" y="2076449"/>
            <a:ext cx="371475" cy="457200"/>
            <a:chOff x="8124824" y="2076449"/>
            <a:chExt cx="371475" cy="457200"/>
          </a:xfrm>
        </p:grpSpPr>
        <p:sp>
          <p:nvSpPr>
            <p:cNvPr id="30" name="object 30"/>
            <p:cNvSpPr/>
            <p:nvPr/>
          </p:nvSpPr>
          <p:spPr>
            <a:xfrm>
              <a:off x="8124824" y="2076449"/>
              <a:ext cx="28575" cy="457200"/>
            </a:xfrm>
            <a:custGeom>
              <a:avLst/>
              <a:gdLst/>
              <a:ahLst/>
              <a:cxnLst/>
              <a:rect l="l" t="t" r="r" b="b"/>
              <a:pathLst>
                <a:path w="28575" h="457200">
                  <a:moveTo>
                    <a:pt x="285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457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7698" y="2076449"/>
              <a:ext cx="228600" cy="22859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277324" y="2098013"/>
            <a:ext cx="2032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4-5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75575" y="1987668"/>
            <a:ext cx="1346200" cy="537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spc="-260" dirty="0">
                <a:latin typeface="Dotum"/>
                <a:cs typeface="Dotum"/>
              </a:rPr>
              <a:t>복식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0" dirty="0">
                <a:latin typeface="Dotum"/>
                <a:cs typeface="Dotum"/>
              </a:rPr>
              <a:t>토너먼트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10" dirty="0">
                <a:solidFill>
                  <a:srgbClr val="4A5462"/>
                </a:solidFill>
                <a:latin typeface="IBM Plex Sans"/>
                <a:cs typeface="IBM Plex Sans"/>
              </a:rPr>
              <a:t>(</a:t>
            </a:r>
            <a:r>
              <a:rPr sz="1000" spc="-110" dirty="0">
                <a:solidFill>
                  <a:srgbClr val="4A5462"/>
                </a:solidFill>
                <a:latin typeface="Dotum"/>
                <a:cs typeface="Dotum"/>
              </a:rPr>
              <a:t>심판</a:t>
            </a:r>
            <a:r>
              <a:rPr sz="1000" spc="-110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20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135" dirty="0">
                <a:solidFill>
                  <a:srgbClr val="4A5462"/>
                </a:solidFill>
                <a:latin typeface="Dotum"/>
                <a:cs typeface="Dotum"/>
              </a:rPr>
              <a:t>기록</a:t>
            </a:r>
            <a:r>
              <a:rPr sz="1000" spc="-135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25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응원</a:t>
            </a:r>
            <a:r>
              <a:rPr sz="100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역할</a:t>
            </a:r>
            <a:r>
              <a:rPr sz="100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95" dirty="0">
                <a:solidFill>
                  <a:srgbClr val="4A5462"/>
                </a:solidFill>
                <a:latin typeface="Dotum"/>
                <a:cs typeface="Dotum"/>
              </a:rPr>
              <a:t>분담</a:t>
            </a:r>
            <a:r>
              <a:rPr sz="1000" spc="-95" dirty="0">
                <a:solidFill>
                  <a:srgbClr val="4A5462"/>
                </a:solidFill>
                <a:latin typeface="IBM Plex Sans"/>
                <a:cs typeface="IBM Plex Sans"/>
              </a:rPr>
              <a:t>)</a:t>
            </a:r>
            <a:endParaRPr sz="1000">
              <a:latin typeface="IBM Plex Sans"/>
              <a:cs typeface="IBM Plex San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67274" y="2724149"/>
            <a:ext cx="371475" cy="457200"/>
            <a:chOff x="4867274" y="2724149"/>
            <a:chExt cx="371475" cy="457200"/>
          </a:xfrm>
        </p:grpSpPr>
        <p:sp>
          <p:nvSpPr>
            <p:cNvPr id="35" name="object 35"/>
            <p:cNvSpPr/>
            <p:nvPr/>
          </p:nvSpPr>
          <p:spPr>
            <a:xfrm>
              <a:off x="4867274" y="2724149"/>
              <a:ext cx="28575" cy="457200"/>
            </a:xfrm>
            <a:custGeom>
              <a:avLst/>
              <a:gdLst/>
              <a:ahLst/>
              <a:cxnLst/>
              <a:rect l="l" t="t" r="r" b="b"/>
              <a:pathLst>
                <a:path w="28575" h="457200">
                  <a:moveTo>
                    <a:pt x="285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457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0149" y="2724150"/>
              <a:ext cx="228599" cy="22859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081091" y="2745713"/>
            <a:ext cx="933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324425" y="2635368"/>
            <a:ext cx="2295575" cy="537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spc="-260" dirty="0">
                <a:latin typeface="Dotum"/>
                <a:cs typeface="Dotum"/>
              </a:rPr>
              <a:t>평가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및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95" dirty="0">
                <a:latin typeface="Dotum"/>
                <a:cs typeface="Dotum"/>
              </a:rPr>
              <a:t>축제</a:t>
            </a:r>
            <a:endParaRPr sz="1350" dirty="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40" dirty="0">
                <a:solidFill>
                  <a:srgbClr val="4A5462"/>
                </a:solidFill>
                <a:latin typeface="IBM Plex Sans"/>
                <a:cs typeface="IBM Plex Sans"/>
              </a:rPr>
              <a:t>(</a:t>
            </a:r>
            <a:r>
              <a:rPr sz="1000" spc="-140" dirty="0">
                <a:solidFill>
                  <a:srgbClr val="4A5462"/>
                </a:solidFill>
                <a:latin typeface="Dotum"/>
                <a:cs typeface="Dotum"/>
              </a:rPr>
              <a:t>개별</a:t>
            </a:r>
            <a:r>
              <a:rPr sz="100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35" dirty="0">
                <a:solidFill>
                  <a:srgbClr val="4A5462"/>
                </a:solidFill>
                <a:latin typeface="Dotum"/>
                <a:cs typeface="Dotum"/>
              </a:rPr>
              <a:t>기능</a:t>
            </a:r>
            <a:r>
              <a:rPr sz="1000" spc="-135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30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팀별</a:t>
            </a:r>
            <a:r>
              <a:rPr sz="100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35" dirty="0">
                <a:solidFill>
                  <a:srgbClr val="4A5462"/>
                </a:solidFill>
                <a:latin typeface="Dotum"/>
                <a:cs typeface="Dotum"/>
              </a:rPr>
              <a:t>성과</a:t>
            </a:r>
            <a:r>
              <a:rPr sz="1000" spc="-135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30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우수팀</a:t>
            </a:r>
            <a:r>
              <a:rPr sz="100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85" dirty="0">
                <a:solidFill>
                  <a:srgbClr val="4A5462"/>
                </a:solidFill>
                <a:latin typeface="Dotum"/>
                <a:cs typeface="Dotum"/>
              </a:rPr>
              <a:t>시상</a:t>
            </a:r>
            <a:r>
              <a:rPr sz="1000" spc="-85" dirty="0">
                <a:solidFill>
                  <a:srgbClr val="4A5462"/>
                </a:solidFill>
                <a:latin typeface="IBM Plex Sans"/>
                <a:cs typeface="IBM Plex Sans"/>
              </a:rPr>
              <a:t>)</a:t>
            </a:r>
            <a:endParaRPr sz="1000" dirty="0">
              <a:latin typeface="IBM Plex Sans"/>
              <a:cs typeface="IBM Plex Sans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73004" y="3371850"/>
            <a:ext cx="138663" cy="133870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5083919" y="3322764"/>
            <a:ext cx="359854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90" dirty="0">
                <a:latin typeface="Malgun Gothic"/>
                <a:cs typeface="Malgun Gothic"/>
              </a:rPr>
              <a:t>핵심</a:t>
            </a:r>
            <a:r>
              <a:rPr sz="1150" b="1" spc="-114" dirty="0">
                <a:latin typeface="Malgun Gothic"/>
                <a:cs typeface="Malgun Gothic"/>
              </a:rPr>
              <a:t> </a:t>
            </a:r>
            <a:r>
              <a:rPr sz="1150" b="1" spc="-155" dirty="0">
                <a:latin typeface="Malgun Gothic"/>
                <a:cs typeface="Malgun Gothic"/>
              </a:rPr>
              <a:t>포인트</a:t>
            </a:r>
            <a:r>
              <a:rPr sz="1150" b="1" spc="-155" dirty="0">
                <a:latin typeface="Arial"/>
                <a:cs typeface="Arial"/>
              </a:rPr>
              <a:t>:</a:t>
            </a:r>
            <a:r>
              <a:rPr sz="1150" b="1" spc="-25" dirty="0">
                <a:latin typeface="Arial"/>
                <a:cs typeface="Arial"/>
              </a:rPr>
              <a:t> </a:t>
            </a:r>
            <a:r>
              <a:rPr sz="1150" spc="-190" dirty="0">
                <a:latin typeface="Dotum"/>
                <a:cs typeface="Dotum"/>
              </a:rPr>
              <a:t>팀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정체성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형성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+</a:t>
            </a:r>
            <a:r>
              <a:rPr sz="1150" spc="-50" dirty="0">
                <a:latin typeface="Times New Roman"/>
                <a:cs typeface="Times New Roman"/>
              </a:rPr>
              <a:t> </a:t>
            </a:r>
            <a:r>
              <a:rPr sz="1150" spc="-190" dirty="0">
                <a:latin typeface="Dotum"/>
                <a:cs typeface="Dotum"/>
              </a:rPr>
              <a:t>역할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분담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+ </a:t>
            </a:r>
            <a:r>
              <a:rPr sz="1150" spc="-190" dirty="0">
                <a:latin typeface="Dotum"/>
                <a:cs typeface="Dotum"/>
              </a:rPr>
              <a:t>상호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교수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+ </a:t>
            </a:r>
            <a:r>
              <a:rPr sz="1150" spc="-190" dirty="0">
                <a:latin typeface="Dotum"/>
                <a:cs typeface="Dotum"/>
              </a:rPr>
              <a:t>과정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spc="-160" dirty="0">
                <a:latin typeface="Dotum"/>
                <a:cs typeface="Dotum"/>
              </a:rPr>
              <a:t>성찰</a:t>
            </a:r>
            <a:endParaRPr sz="1150">
              <a:latin typeface="Dotum"/>
              <a:cs typeface="Dotum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24400" y="4020184"/>
            <a:ext cx="236982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축구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협동학습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지도안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650" b="1" spc="-150" dirty="0">
                <a:solidFill>
                  <a:srgbClr val="1D40AF"/>
                </a:solidFill>
                <a:latin typeface="Trebuchet MS"/>
                <a:cs typeface="Trebuchet MS"/>
              </a:rPr>
              <a:t>(8</a:t>
            </a:r>
            <a:r>
              <a:rPr sz="17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차시</a:t>
            </a:r>
            <a:r>
              <a:rPr sz="1650" b="1" spc="-150" dirty="0">
                <a:solidFill>
                  <a:srgbClr val="1D40AF"/>
                </a:solidFill>
                <a:latin typeface="Trebuchet MS"/>
                <a:cs typeface="Trebuchet MS"/>
              </a:rPr>
              <a:t>)</a:t>
            </a:r>
            <a:endParaRPr sz="1650">
              <a:latin typeface="Trebuchet MS"/>
              <a:cs typeface="Trebuchet MS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867274" y="4429124"/>
            <a:ext cx="371475" cy="457200"/>
            <a:chOff x="4867274" y="4429124"/>
            <a:chExt cx="371475" cy="457200"/>
          </a:xfrm>
        </p:grpSpPr>
        <p:sp>
          <p:nvSpPr>
            <p:cNvPr id="43" name="object 43"/>
            <p:cNvSpPr/>
            <p:nvPr/>
          </p:nvSpPr>
          <p:spPr>
            <a:xfrm>
              <a:off x="4867274" y="4429124"/>
              <a:ext cx="28575" cy="457200"/>
            </a:xfrm>
            <a:custGeom>
              <a:avLst/>
              <a:gdLst/>
              <a:ahLst/>
              <a:cxnLst/>
              <a:rect l="l" t="t" r="r" b="b"/>
              <a:pathLst>
                <a:path w="28575" h="457200">
                  <a:moveTo>
                    <a:pt x="285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457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0149" y="4429124"/>
              <a:ext cx="228599" cy="228599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026173" y="4450688"/>
            <a:ext cx="2032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1-2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24425" y="4340343"/>
            <a:ext cx="1177290" cy="537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spc="-260" dirty="0">
                <a:latin typeface="Dotum"/>
                <a:cs typeface="Dotum"/>
              </a:rPr>
              <a:t>기본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기능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익히기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40" dirty="0">
                <a:solidFill>
                  <a:srgbClr val="4A5462"/>
                </a:solidFill>
                <a:latin typeface="IBM Plex Sans"/>
                <a:cs typeface="IBM Plex Sans"/>
              </a:rPr>
              <a:t>(</a:t>
            </a:r>
            <a:r>
              <a:rPr sz="1000" spc="-140" dirty="0">
                <a:solidFill>
                  <a:srgbClr val="4A5462"/>
                </a:solidFill>
                <a:latin typeface="Dotum"/>
                <a:cs typeface="Dotum"/>
              </a:rPr>
              <a:t>동료</a:t>
            </a:r>
            <a:r>
              <a:rPr sz="1000" spc="-6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50" dirty="0">
                <a:solidFill>
                  <a:srgbClr val="4A5462"/>
                </a:solidFill>
                <a:latin typeface="Dotum"/>
                <a:cs typeface="Dotum"/>
              </a:rPr>
              <a:t>교수법</a:t>
            </a:r>
            <a:r>
              <a:rPr sz="1000" spc="-150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35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상호</a:t>
            </a:r>
            <a:r>
              <a:rPr sz="1000" spc="-6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95" dirty="0">
                <a:solidFill>
                  <a:srgbClr val="4A5462"/>
                </a:solidFill>
                <a:latin typeface="Dotum"/>
                <a:cs typeface="Dotum"/>
              </a:rPr>
              <a:t>지도</a:t>
            </a:r>
            <a:r>
              <a:rPr sz="1000" spc="-95" dirty="0">
                <a:solidFill>
                  <a:srgbClr val="4A5462"/>
                </a:solidFill>
                <a:latin typeface="IBM Plex Sans"/>
                <a:cs typeface="IBM Plex Sans"/>
              </a:rPr>
              <a:t>)</a:t>
            </a:r>
            <a:endParaRPr sz="1000">
              <a:latin typeface="IBM Plex Sans"/>
              <a:cs typeface="IBM Plex San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124824" y="4429124"/>
            <a:ext cx="371475" cy="457200"/>
            <a:chOff x="8124824" y="4429124"/>
            <a:chExt cx="371475" cy="457200"/>
          </a:xfrm>
        </p:grpSpPr>
        <p:sp>
          <p:nvSpPr>
            <p:cNvPr id="48" name="object 48"/>
            <p:cNvSpPr/>
            <p:nvPr/>
          </p:nvSpPr>
          <p:spPr>
            <a:xfrm>
              <a:off x="8124824" y="4429124"/>
              <a:ext cx="28575" cy="457200"/>
            </a:xfrm>
            <a:custGeom>
              <a:avLst/>
              <a:gdLst/>
              <a:ahLst/>
              <a:cxnLst/>
              <a:rect l="l" t="t" r="r" b="b"/>
              <a:pathLst>
                <a:path w="28575" h="457200">
                  <a:moveTo>
                    <a:pt x="285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457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7698" y="4429124"/>
              <a:ext cx="228600" cy="22859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8277324" y="4450688"/>
            <a:ext cx="2032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3-4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8575575" y="4340343"/>
            <a:ext cx="1327150" cy="537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spc="-260" dirty="0">
                <a:latin typeface="Dotum"/>
                <a:cs typeface="Dotum"/>
              </a:rPr>
              <a:t>팀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전술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95" dirty="0">
                <a:latin typeface="Dotum"/>
                <a:cs typeface="Dotum"/>
              </a:rPr>
              <a:t>연습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40" dirty="0">
                <a:solidFill>
                  <a:srgbClr val="4A5462"/>
                </a:solidFill>
                <a:latin typeface="IBM Plex Sans"/>
                <a:cs typeface="IBM Plex Sans"/>
              </a:rPr>
              <a:t>(</a:t>
            </a:r>
            <a:r>
              <a:rPr sz="1000" spc="-140" dirty="0">
                <a:solidFill>
                  <a:srgbClr val="4A5462"/>
                </a:solidFill>
                <a:latin typeface="Dotum"/>
                <a:cs typeface="Dotum"/>
              </a:rPr>
              <a:t>공격</a:t>
            </a:r>
            <a:r>
              <a:rPr sz="1000" spc="-140" dirty="0">
                <a:solidFill>
                  <a:srgbClr val="4A5462"/>
                </a:solidFill>
                <a:latin typeface="IBM Plex Sans"/>
                <a:cs typeface="IBM Plex Sans"/>
              </a:rPr>
              <a:t>/</a:t>
            </a:r>
            <a:r>
              <a:rPr sz="1000" spc="-140" dirty="0">
                <a:solidFill>
                  <a:srgbClr val="4A5462"/>
                </a:solidFill>
                <a:latin typeface="Dotum"/>
                <a:cs typeface="Dotum"/>
              </a:rPr>
              <a:t>수비</a:t>
            </a:r>
            <a:r>
              <a:rPr sz="1000" spc="-6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35" dirty="0">
                <a:solidFill>
                  <a:srgbClr val="4A5462"/>
                </a:solidFill>
                <a:latin typeface="Dotum"/>
                <a:cs typeface="Dotum"/>
              </a:rPr>
              <a:t>전술</a:t>
            </a:r>
            <a:r>
              <a:rPr sz="1000" spc="-135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40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팀별</a:t>
            </a:r>
            <a:r>
              <a:rPr sz="1000" spc="-6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95" dirty="0">
                <a:solidFill>
                  <a:srgbClr val="4A5462"/>
                </a:solidFill>
                <a:latin typeface="Dotum"/>
                <a:cs typeface="Dotum"/>
              </a:rPr>
              <a:t>회의</a:t>
            </a:r>
            <a:r>
              <a:rPr sz="1000" spc="-95" dirty="0">
                <a:solidFill>
                  <a:srgbClr val="4A5462"/>
                </a:solidFill>
                <a:latin typeface="IBM Plex Sans"/>
                <a:cs typeface="IBM Plex Sans"/>
              </a:rPr>
              <a:t>)</a:t>
            </a:r>
            <a:endParaRPr sz="1000">
              <a:latin typeface="IBM Plex Sans"/>
              <a:cs typeface="IBM Plex Sans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867274" y="5076824"/>
            <a:ext cx="371475" cy="457200"/>
            <a:chOff x="4867274" y="5076824"/>
            <a:chExt cx="371475" cy="457200"/>
          </a:xfrm>
        </p:grpSpPr>
        <p:sp>
          <p:nvSpPr>
            <p:cNvPr id="53" name="object 53"/>
            <p:cNvSpPr/>
            <p:nvPr/>
          </p:nvSpPr>
          <p:spPr>
            <a:xfrm>
              <a:off x="4867274" y="5076824"/>
              <a:ext cx="28575" cy="457200"/>
            </a:xfrm>
            <a:custGeom>
              <a:avLst/>
              <a:gdLst/>
              <a:ahLst/>
              <a:cxnLst/>
              <a:rect l="l" t="t" r="r" b="b"/>
              <a:pathLst>
                <a:path w="28575" h="457200">
                  <a:moveTo>
                    <a:pt x="285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457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0149" y="5076824"/>
              <a:ext cx="228599" cy="228599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026173" y="5098387"/>
            <a:ext cx="20320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5-6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324425" y="4988042"/>
            <a:ext cx="1104265" cy="537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spc="-260" dirty="0">
                <a:latin typeface="Dotum"/>
                <a:cs typeface="Dotum"/>
              </a:rPr>
              <a:t>정규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리그전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10" dirty="0">
                <a:solidFill>
                  <a:srgbClr val="4A5462"/>
                </a:solidFill>
                <a:latin typeface="IBM Plex Sans"/>
                <a:cs typeface="IBM Plex Sans"/>
              </a:rPr>
              <a:t>(</a:t>
            </a:r>
            <a:r>
              <a:rPr sz="1000" spc="-110" dirty="0">
                <a:solidFill>
                  <a:srgbClr val="4A5462"/>
                </a:solidFill>
                <a:latin typeface="Dotum"/>
                <a:cs typeface="Dotum"/>
              </a:rPr>
              <a:t>심판</a:t>
            </a:r>
            <a:r>
              <a:rPr sz="1000" spc="-110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25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135" dirty="0">
                <a:solidFill>
                  <a:srgbClr val="4A5462"/>
                </a:solidFill>
                <a:latin typeface="Dotum"/>
                <a:cs typeface="Dotum"/>
              </a:rPr>
              <a:t>기록</a:t>
            </a:r>
            <a:r>
              <a:rPr sz="1000" spc="-135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30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기자</a:t>
            </a:r>
            <a:r>
              <a:rPr sz="1000" spc="-7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00" dirty="0">
                <a:solidFill>
                  <a:srgbClr val="4A5462"/>
                </a:solidFill>
                <a:latin typeface="Dotum"/>
                <a:cs typeface="Dotum"/>
              </a:rPr>
              <a:t>역할</a:t>
            </a:r>
            <a:r>
              <a:rPr sz="1000" spc="-100" dirty="0">
                <a:solidFill>
                  <a:srgbClr val="4A5462"/>
                </a:solidFill>
                <a:latin typeface="IBM Plex Sans"/>
                <a:cs typeface="IBM Plex Sans"/>
              </a:rPr>
              <a:t>)</a:t>
            </a:r>
            <a:endParaRPr sz="1000">
              <a:latin typeface="IBM Plex Sans"/>
              <a:cs typeface="IBM Plex Sans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8124824" y="5076824"/>
            <a:ext cx="371475" cy="457200"/>
            <a:chOff x="8124824" y="5076824"/>
            <a:chExt cx="371475" cy="457200"/>
          </a:xfrm>
        </p:grpSpPr>
        <p:sp>
          <p:nvSpPr>
            <p:cNvPr id="58" name="object 58"/>
            <p:cNvSpPr/>
            <p:nvPr/>
          </p:nvSpPr>
          <p:spPr>
            <a:xfrm>
              <a:off x="8124824" y="5076824"/>
              <a:ext cx="28575" cy="457200"/>
            </a:xfrm>
            <a:custGeom>
              <a:avLst/>
              <a:gdLst/>
              <a:ahLst/>
              <a:cxnLst/>
              <a:rect l="l" t="t" r="r" b="b"/>
              <a:pathLst>
                <a:path w="28575" h="457200">
                  <a:moveTo>
                    <a:pt x="285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457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67698" y="5076824"/>
              <a:ext cx="228600" cy="228599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8332241" y="5098387"/>
            <a:ext cx="933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575575" y="4988042"/>
            <a:ext cx="1008380" cy="537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spc="-270" dirty="0">
                <a:latin typeface="Dotum"/>
                <a:cs typeface="Dotum"/>
              </a:rPr>
              <a:t>플레이오프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35" dirty="0">
                <a:solidFill>
                  <a:srgbClr val="4A5462"/>
                </a:solidFill>
                <a:latin typeface="IBM Plex Sans"/>
                <a:cs typeface="IBM Plex Sans"/>
              </a:rPr>
              <a:t>(</a:t>
            </a:r>
            <a:r>
              <a:rPr sz="1000" spc="-135" dirty="0">
                <a:solidFill>
                  <a:srgbClr val="4A5462"/>
                </a:solidFill>
                <a:latin typeface="Dotum"/>
                <a:cs typeface="Dotum"/>
              </a:rPr>
              <a:t>토너먼트</a:t>
            </a:r>
            <a:r>
              <a:rPr sz="1000" spc="-135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45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135" dirty="0">
                <a:solidFill>
                  <a:srgbClr val="4A5462"/>
                </a:solidFill>
                <a:latin typeface="Dotum"/>
                <a:cs typeface="Dotum"/>
              </a:rPr>
              <a:t>올스타전</a:t>
            </a:r>
            <a:r>
              <a:rPr sz="1000" spc="-135" dirty="0">
                <a:solidFill>
                  <a:srgbClr val="4A5462"/>
                </a:solidFill>
                <a:latin typeface="IBM Plex Sans"/>
                <a:cs typeface="IBM Plex Sans"/>
              </a:rPr>
              <a:t>)</a:t>
            </a:r>
            <a:endParaRPr sz="1000">
              <a:latin typeface="IBM Plex Sans"/>
              <a:cs typeface="IBM Plex Sans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867274" y="5724524"/>
            <a:ext cx="371475" cy="457200"/>
            <a:chOff x="4867274" y="5724524"/>
            <a:chExt cx="371475" cy="457200"/>
          </a:xfrm>
        </p:grpSpPr>
        <p:sp>
          <p:nvSpPr>
            <p:cNvPr id="63" name="object 63"/>
            <p:cNvSpPr/>
            <p:nvPr/>
          </p:nvSpPr>
          <p:spPr>
            <a:xfrm>
              <a:off x="4867274" y="5724524"/>
              <a:ext cx="28575" cy="457200"/>
            </a:xfrm>
            <a:custGeom>
              <a:avLst/>
              <a:gdLst/>
              <a:ahLst/>
              <a:cxnLst/>
              <a:rect l="l" t="t" r="r" b="b"/>
              <a:pathLst>
                <a:path w="28575" h="457200">
                  <a:moveTo>
                    <a:pt x="28574" y="457199"/>
                  </a:moveTo>
                  <a:lnTo>
                    <a:pt x="0" y="4571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457199"/>
                  </a:lnTo>
                  <a:close/>
                </a:path>
              </a:pathLst>
            </a:custGeom>
            <a:solidFill>
              <a:srgbClr val="93C4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10149" y="5724524"/>
              <a:ext cx="228599" cy="228599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5081091" y="5746088"/>
            <a:ext cx="933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50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324425" y="5635742"/>
            <a:ext cx="1734820" cy="537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350" spc="-260" dirty="0">
                <a:latin typeface="Dotum"/>
                <a:cs typeface="Dotum"/>
              </a:rPr>
              <a:t>시상식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및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평가</a:t>
            </a:r>
            <a:endParaRPr sz="135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000" spc="-160" dirty="0">
                <a:solidFill>
                  <a:srgbClr val="4A5462"/>
                </a:solidFill>
                <a:latin typeface="IBM Plex Sans"/>
                <a:cs typeface="IBM Plex Sans"/>
              </a:rPr>
              <a:t>(</a:t>
            </a:r>
            <a:r>
              <a:rPr sz="1000" spc="-160" dirty="0">
                <a:solidFill>
                  <a:srgbClr val="4A5462"/>
                </a:solidFill>
                <a:latin typeface="Dotum"/>
                <a:cs typeface="Dotum"/>
              </a:rPr>
              <a:t>학생들이</a:t>
            </a:r>
            <a:r>
              <a:rPr sz="1000" spc="-6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직접</a:t>
            </a:r>
            <a:r>
              <a:rPr sz="1000" spc="-6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80" dirty="0">
                <a:solidFill>
                  <a:srgbClr val="4A5462"/>
                </a:solidFill>
                <a:latin typeface="Dotum"/>
                <a:cs typeface="Dotum"/>
              </a:rPr>
              <a:t>기획한</a:t>
            </a:r>
            <a:r>
              <a:rPr sz="1000" spc="-65" dirty="0">
                <a:solidFill>
                  <a:srgbClr val="4A5462"/>
                </a:solidFill>
                <a:latin typeface="Dotum"/>
                <a:cs typeface="Dotum"/>
              </a:rPr>
              <a:t> </a:t>
            </a:r>
            <a:r>
              <a:rPr sz="1000" spc="-150" dirty="0">
                <a:solidFill>
                  <a:srgbClr val="4A5462"/>
                </a:solidFill>
                <a:latin typeface="Dotum"/>
                <a:cs typeface="Dotum"/>
              </a:rPr>
              <a:t>시상식</a:t>
            </a:r>
            <a:r>
              <a:rPr sz="1000" spc="-150" dirty="0">
                <a:solidFill>
                  <a:srgbClr val="4A5462"/>
                </a:solidFill>
                <a:latin typeface="IBM Plex Sans"/>
                <a:cs typeface="IBM Plex Sans"/>
              </a:rPr>
              <a:t>,</a:t>
            </a:r>
            <a:r>
              <a:rPr sz="1000" spc="35" dirty="0">
                <a:solidFill>
                  <a:srgbClr val="4A5462"/>
                </a:solidFill>
                <a:latin typeface="IBM Plex Sans"/>
                <a:cs typeface="IBM Plex Sans"/>
              </a:rPr>
              <a:t> </a:t>
            </a:r>
            <a:r>
              <a:rPr sz="1000" spc="-85" dirty="0">
                <a:solidFill>
                  <a:srgbClr val="4A5462"/>
                </a:solidFill>
                <a:latin typeface="Dotum"/>
                <a:cs typeface="Dotum"/>
              </a:rPr>
              <a:t>성찰</a:t>
            </a:r>
            <a:r>
              <a:rPr sz="1000" spc="-85" dirty="0">
                <a:solidFill>
                  <a:srgbClr val="4A5462"/>
                </a:solidFill>
                <a:latin typeface="IBM Plex Sans"/>
                <a:cs typeface="IBM Plex Sans"/>
              </a:rPr>
              <a:t>)</a:t>
            </a:r>
            <a:endParaRPr sz="1000">
              <a:latin typeface="IBM Plex Sans"/>
              <a:cs typeface="IBM Plex Sans"/>
            </a:endParaRPr>
          </a:p>
        </p:txBody>
      </p:sp>
      <p:pic>
        <p:nvPicPr>
          <p:cNvPr id="67" name="object 6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73004" y="6372224"/>
            <a:ext cx="138663" cy="133870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5083919" y="6323139"/>
            <a:ext cx="4088765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90" dirty="0">
                <a:latin typeface="Malgun Gothic"/>
                <a:cs typeface="Malgun Gothic"/>
              </a:rPr>
              <a:t>핵심</a:t>
            </a:r>
            <a:r>
              <a:rPr sz="1150" b="1" spc="-114" dirty="0">
                <a:latin typeface="Malgun Gothic"/>
                <a:cs typeface="Malgun Gothic"/>
              </a:rPr>
              <a:t> </a:t>
            </a:r>
            <a:r>
              <a:rPr sz="1150" b="1" spc="-155" dirty="0">
                <a:latin typeface="Malgun Gothic"/>
                <a:cs typeface="Malgun Gothic"/>
              </a:rPr>
              <a:t>포인트</a:t>
            </a:r>
            <a:r>
              <a:rPr sz="1150" b="1" spc="-155" dirty="0">
                <a:latin typeface="Arial"/>
                <a:cs typeface="Arial"/>
              </a:rPr>
              <a:t>:</a:t>
            </a:r>
            <a:r>
              <a:rPr sz="1150" b="1" spc="-25" dirty="0">
                <a:latin typeface="Arial"/>
                <a:cs typeface="Arial"/>
              </a:rPr>
              <a:t> </a:t>
            </a:r>
            <a:r>
              <a:rPr sz="1150" spc="-190" dirty="0">
                <a:latin typeface="Dotum"/>
                <a:cs typeface="Dotum"/>
              </a:rPr>
              <a:t>시즌제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운영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+</a:t>
            </a:r>
            <a:r>
              <a:rPr sz="1150" spc="-35" dirty="0">
                <a:latin typeface="Times New Roman"/>
                <a:cs typeface="Times New Roman"/>
              </a:rPr>
              <a:t> </a:t>
            </a:r>
            <a:r>
              <a:rPr sz="1150" spc="-190" dirty="0">
                <a:latin typeface="Dotum"/>
                <a:cs typeface="Dotum"/>
              </a:rPr>
              <a:t>다양한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역할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경험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+ </a:t>
            </a:r>
            <a:r>
              <a:rPr sz="1150" spc="-190" dirty="0">
                <a:latin typeface="Dotum"/>
                <a:cs typeface="Dotum"/>
              </a:rPr>
              <a:t>팀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spc="-190" dirty="0">
                <a:latin typeface="Dotum"/>
                <a:cs typeface="Dotum"/>
              </a:rPr>
              <a:t>소속감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dirty="0">
                <a:latin typeface="Times New Roman"/>
                <a:cs typeface="Times New Roman"/>
              </a:rPr>
              <a:t>+</a:t>
            </a:r>
            <a:r>
              <a:rPr sz="1150" spc="5" dirty="0">
                <a:latin typeface="Times New Roman"/>
                <a:cs typeface="Times New Roman"/>
              </a:rPr>
              <a:t> </a:t>
            </a:r>
            <a:r>
              <a:rPr sz="1150" spc="-190" dirty="0">
                <a:latin typeface="Dotum"/>
                <a:cs typeface="Dotum"/>
              </a:rPr>
              <a:t>축제적</a:t>
            </a:r>
            <a:r>
              <a:rPr sz="1150" spc="-95" dirty="0">
                <a:latin typeface="Dotum"/>
                <a:cs typeface="Dotum"/>
              </a:rPr>
              <a:t> </a:t>
            </a:r>
            <a:r>
              <a:rPr sz="1150" spc="-170" dirty="0">
                <a:latin typeface="Dotum"/>
                <a:cs typeface="Dotum"/>
              </a:rPr>
              <a:t>마무리</a:t>
            </a:r>
            <a:endParaRPr sz="1150">
              <a:latin typeface="Dotum"/>
              <a:cs typeface="Dotum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066800" y="2171700"/>
            <a:ext cx="428625" cy="571500"/>
          </a:xfrm>
          <a:custGeom>
            <a:avLst/>
            <a:gdLst/>
            <a:ahLst/>
            <a:cxnLst/>
            <a:rect l="l" t="t" r="r" b="b"/>
            <a:pathLst>
              <a:path w="428625" h="571500">
                <a:moveTo>
                  <a:pt x="315329" y="71437"/>
                </a:moveTo>
                <a:lnTo>
                  <a:pt x="113295" y="71437"/>
                </a:lnTo>
                <a:lnTo>
                  <a:pt x="128686" y="42710"/>
                </a:lnTo>
                <a:lnTo>
                  <a:pt x="151790" y="20105"/>
                </a:lnTo>
                <a:lnTo>
                  <a:pt x="180901" y="5307"/>
                </a:lnTo>
                <a:lnTo>
                  <a:pt x="214312" y="0"/>
                </a:lnTo>
                <a:lnTo>
                  <a:pt x="247723" y="5307"/>
                </a:lnTo>
                <a:lnTo>
                  <a:pt x="276834" y="20105"/>
                </a:lnTo>
                <a:lnTo>
                  <a:pt x="299938" y="42710"/>
                </a:lnTo>
                <a:lnTo>
                  <a:pt x="315329" y="71437"/>
                </a:lnTo>
                <a:close/>
              </a:path>
              <a:path w="428625" h="571500">
                <a:moveTo>
                  <a:pt x="357187" y="571500"/>
                </a:moveTo>
                <a:lnTo>
                  <a:pt x="71437" y="571500"/>
                </a:lnTo>
                <a:lnTo>
                  <a:pt x="43652" y="565878"/>
                </a:lnTo>
                <a:lnTo>
                  <a:pt x="20942" y="550557"/>
                </a:lnTo>
                <a:lnTo>
                  <a:pt x="5621" y="527847"/>
                </a:lnTo>
                <a:lnTo>
                  <a:pt x="0" y="500062"/>
                </a:lnTo>
                <a:lnTo>
                  <a:pt x="0" y="142874"/>
                </a:lnTo>
                <a:lnTo>
                  <a:pt x="5621" y="115090"/>
                </a:lnTo>
                <a:lnTo>
                  <a:pt x="20942" y="92380"/>
                </a:lnTo>
                <a:lnTo>
                  <a:pt x="43652" y="77058"/>
                </a:lnTo>
                <a:lnTo>
                  <a:pt x="71437" y="71437"/>
                </a:lnTo>
                <a:lnTo>
                  <a:pt x="209575" y="71437"/>
                </a:lnTo>
                <a:lnTo>
                  <a:pt x="205019" y="72343"/>
                </a:lnTo>
                <a:lnTo>
                  <a:pt x="196267" y="75969"/>
                </a:lnTo>
                <a:lnTo>
                  <a:pt x="178593" y="102419"/>
                </a:lnTo>
                <a:lnTo>
                  <a:pt x="178593" y="111892"/>
                </a:lnTo>
                <a:lnTo>
                  <a:pt x="205019" y="141968"/>
                </a:lnTo>
                <a:lnTo>
                  <a:pt x="209575" y="142874"/>
                </a:lnTo>
                <a:lnTo>
                  <a:pt x="428625" y="142874"/>
                </a:lnTo>
                <a:lnTo>
                  <a:pt x="428625" y="276820"/>
                </a:lnTo>
                <a:lnTo>
                  <a:pt x="103603" y="276820"/>
                </a:lnTo>
                <a:lnTo>
                  <a:pt x="100186" y="277500"/>
                </a:lnTo>
                <a:lnTo>
                  <a:pt x="80367" y="300056"/>
                </a:lnTo>
                <a:lnTo>
                  <a:pt x="80367" y="307161"/>
                </a:lnTo>
                <a:lnTo>
                  <a:pt x="103603" y="330398"/>
                </a:lnTo>
                <a:lnTo>
                  <a:pt x="428625" y="330398"/>
                </a:lnTo>
                <a:lnTo>
                  <a:pt x="428625" y="383976"/>
                </a:lnTo>
                <a:lnTo>
                  <a:pt x="103603" y="383976"/>
                </a:lnTo>
                <a:lnTo>
                  <a:pt x="100186" y="384656"/>
                </a:lnTo>
                <a:lnTo>
                  <a:pt x="80367" y="407213"/>
                </a:lnTo>
                <a:lnTo>
                  <a:pt x="80367" y="414318"/>
                </a:lnTo>
                <a:lnTo>
                  <a:pt x="103603" y="437554"/>
                </a:lnTo>
                <a:lnTo>
                  <a:pt x="428625" y="437554"/>
                </a:lnTo>
                <a:lnTo>
                  <a:pt x="428625" y="500062"/>
                </a:lnTo>
                <a:lnTo>
                  <a:pt x="423003" y="527847"/>
                </a:lnTo>
                <a:lnTo>
                  <a:pt x="407682" y="550557"/>
                </a:lnTo>
                <a:lnTo>
                  <a:pt x="384972" y="565878"/>
                </a:lnTo>
                <a:lnTo>
                  <a:pt x="357187" y="571500"/>
                </a:lnTo>
                <a:close/>
              </a:path>
              <a:path w="428625" h="571500">
                <a:moveTo>
                  <a:pt x="428625" y="142874"/>
                </a:moveTo>
                <a:lnTo>
                  <a:pt x="219049" y="142874"/>
                </a:lnTo>
                <a:lnTo>
                  <a:pt x="223605" y="141968"/>
                </a:lnTo>
                <a:lnTo>
                  <a:pt x="232357" y="138343"/>
                </a:lnTo>
                <a:lnTo>
                  <a:pt x="250031" y="111892"/>
                </a:lnTo>
                <a:lnTo>
                  <a:pt x="250031" y="102419"/>
                </a:lnTo>
                <a:lnTo>
                  <a:pt x="223605" y="72343"/>
                </a:lnTo>
                <a:lnTo>
                  <a:pt x="219049" y="71437"/>
                </a:lnTo>
                <a:lnTo>
                  <a:pt x="357187" y="71437"/>
                </a:lnTo>
                <a:lnTo>
                  <a:pt x="384972" y="77058"/>
                </a:lnTo>
                <a:lnTo>
                  <a:pt x="407682" y="92380"/>
                </a:lnTo>
                <a:lnTo>
                  <a:pt x="423003" y="115090"/>
                </a:lnTo>
                <a:lnTo>
                  <a:pt x="428625" y="142874"/>
                </a:lnTo>
                <a:close/>
              </a:path>
              <a:path w="428625" h="571500">
                <a:moveTo>
                  <a:pt x="428625" y="330398"/>
                </a:moveTo>
                <a:lnTo>
                  <a:pt x="110708" y="330398"/>
                </a:lnTo>
                <a:lnTo>
                  <a:pt x="114125" y="329718"/>
                </a:lnTo>
                <a:lnTo>
                  <a:pt x="120689" y="326999"/>
                </a:lnTo>
                <a:lnTo>
                  <a:pt x="133945" y="307161"/>
                </a:lnTo>
                <a:lnTo>
                  <a:pt x="133945" y="300056"/>
                </a:lnTo>
                <a:lnTo>
                  <a:pt x="110708" y="276820"/>
                </a:lnTo>
                <a:lnTo>
                  <a:pt x="428625" y="276820"/>
                </a:lnTo>
                <a:lnTo>
                  <a:pt x="428625" y="285750"/>
                </a:lnTo>
                <a:lnTo>
                  <a:pt x="186630" y="285750"/>
                </a:lnTo>
                <a:lnTo>
                  <a:pt x="178593" y="293786"/>
                </a:lnTo>
                <a:lnTo>
                  <a:pt x="178593" y="313432"/>
                </a:lnTo>
                <a:lnTo>
                  <a:pt x="186630" y="321468"/>
                </a:lnTo>
                <a:lnTo>
                  <a:pt x="428625" y="321468"/>
                </a:lnTo>
                <a:lnTo>
                  <a:pt x="428625" y="330398"/>
                </a:lnTo>
                <a:close/>
              </a:path>
              <a:path w="428625" h="571500">
                <a:moveTo>
                  <a:pt x="428625" y="321468"/>
                </a:moveTo>
                <a:lnTo>
                  <a:pt x="349150" y="321468"/>
                </a:lnTo>
                <a:lnTo>
                  <a:pt x="357187" y="313432"/>
                </a:lnTo>
                <a:lnTo>
                  <a:pt x="357187" y="293786"/>
                </a:lnTo>
                <a:lnTo>
                  <a:pt x="349150" y="285750"/>
                </a:lnTo>
                <a:lnTo>
                  <a:pt x="428625" y="285750"/>
                </a:lnTo>
                <a:lnTo>
                  <a:pt x="428625" y="321468"/>
                </a:lnTo>
                <a:close/>
              </a:path>
              <a:path w="428625" h="571500">
                <a:moveTo>
                  <a:pt x="428625" y="437554"/>
                </a:moveTo>
                <a:lnTo>
                  <a:pt x="110708" y="437554"/>
                </a:lnTo>
                <a:lnTo>
                  <a:pt x="114125" y="436874"/>
                </a:lnTo>
                <a:lnTo>
                  <a:pt x="120689" y="434155"/>
                </a:lnTo>
                <a:lnTo>
                  <a:pt x="133945" y="414318"/>
                </a:lnTo>
                <a:lnTo>
                  <a:pt x="133945" y="407213"/>
                </a:lnTo>
                <a:lnTo>
                  <a:pt x="110708" y="383976"/>
                </a:lnTo>
                <a:lnTo>
                  <a:pt x="428625" y="383976"/>
                </a:lnTo>
                <a:lnTo>
                  <a:pt x="428625" y="392906"/>
                </a:lnTo>
                <a:lnTo>
                  <a:pt x="186630" y="392906"/>
                </a:lnTo>
                <a:lnTo>
                  <a:pt x="178593" y="400942"/>
                </a:lnTo>
                <a:lnTo>
                  <a:pt x="178593" y="420588"/>
                </a:lnTo>
                <a:lnTo>
                  <a:pt x="186630" y="428625"/>
                </a:lnTo>
                <a:lnTo>
                  <a:pt x="428625" y="428625"/>
                </a:lnTo>
                <a:lnTo>
                  <a:pt x="428625" y="437554"/>
                </a:lnTo>
                <a:close/>
              </a:path>
              <a:path w="428625" h="571500">
                <a:moveTo>
                  <a:pt x="428625" y="428625"/>
                </a:moveTo>
                <a:lnTo>
                  <a:pt x="349150" y="428625"/>
                </a:lnTo>
                <a:lnTo>
                  <a:pt x="357187" y="420588"/>
                </a:lnTo>
                <a:lnTo>
                  <a:pt x="357187" y="400942"/>
                </a:lnTo>
                <a:lnTo>
                  <a:pt x="349150" y="392906"/>
                </a:lnTo>
                <a:lnTo>
                  <a:pt x="428625" y="392906"/>
                </a:lnTo>
                <a:lnTo>
                  <a:pt x="428625" y="428625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0" y="81533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object 12"/>
          <p:cNvSpPr/>
          <p:nvPr/>
        </p:nvSpPr>
        <p:spPr>
          <a:xfrm>
            <a:off x="685801" y="3191510"/>
            <a:ext cx="10911154" cy="2675096"/>
          </a:xfrm>
          <a:custGeom>
            <a:avLst/>
            <a:gdLst/>
            <a:ahLst/>
            <a:cxnLst/>
            <a:rect l="l" t="t" r="r" b="b"/>
            <a:pathLst>
              <a:path w="6734175" h="1066800">
                <a:moveTo>
                  <a:pt x="6662977" y="1066799"/>
                </a:moveTo>
                <a:lnTo>
                  <a:pt x="71196" y="1066799"/>
                </a:lnTo>
                <a:lnTo>
                  <a:pt x="66241" y="1066310"/>
                </a:lnTo>
                <a:lnTo>
                  <a:pt x="29705" y="1051177"/>
                </a:lnTo>
                <a:lnTo>
                  <a:pt x="3885" y="1015136"/>
                </a:lnTo>
                <a:lnTo>
                  <a:pt x="0" y="995603"/>
                </a:lnTo>
                <a:lnTo>
                  <a:pt x="0" y="9905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6662977" y="0"/>
                </a:lnTo>
                <a:lnTo>
                  <a:pt x="6704468" y="15621"/>
                </a:lnTo>
                <a:lnTo>
                  <a:pt x="6730287" y="51661"/>
                </a:lnTo>
                <a:lnTo>
                  <a:pt x="6734173" y="71196"/>
                </a:lnTo>
                <a:lnTo>
                  <a:pt x="6734173" y="995603"/>
                </a:lnTo>
                <a:lnTo>
                  <a:pt x="6718551" y="1037093"/>
                </a:lnTo>
                <a:lnTo>
                  <a:pt x="6682511" y="1062912"/>
                </a:lnTo>
                <a:lnTo>
                  <a:pt x="6667932" y="1066310"/>
                </a:lnTo>
                <a:lnTo>
                  <a:pt x="6662977" y="1066799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 sz="3200"/>
          </a:p>
        </p:txBody>
      </p:sp>
      <p:graphicFrame>
        <p:nvGraphicFramePr>
          <p:cNvPr id="5" name="object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942537"/>
              </p:ext>
            </p:extLst>
          </p:nvPr>
        </p:nvGraphicFramePr>
        <p:xfrm>
          <a:off x="1054100" y="3305810"/>
          <a:ext cx="10223500" cy="20970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8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6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8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465"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800" b="1" spc="-190" dirty="0">
                          <a:solidFill>
                            <a:srgbClr val="1D40AF"/>
                          </a:solidFill>
                          <a:latin typeface="Malgun Gothic"/>
                          <a:cs typeface="Malgun Gothic"/>
                        </a:rPr>
                        <a:t>평가</a:t>
                      </a:r>
                      <a:r>
                        <a:rPr sz="2800" b="1" spc="-105" dirty="0">
                          <a:solidFill>
                            <a:srgbClr val="1D40A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800" b="1" spc="-25" dirty="0">
                          <a:solidFill>
                            <a:srgbClr val="1D40AF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endParaRPr sz="2800" dirty="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R w="9525">
                      <a:solidFill>
                        <a:srgbClr val="D0D5D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800" b="1" spc="-190" dirty="0">
                          <a:solidFill>
                            <a:srgbClr val="1D40AF"/>
                          </a:solidFill>
                          <a:latin typeface="Malgun Gothic"/>
                          <a:cs typeface="Malgun Gothic"/>
                        </a:rPr>
                        <a:t>운영</a:t>
                      </a:r>
                      <a:r>
                        <a:rPr sz="2800" b="1" spc="-105" dirty="0">
                          <a:solidFill>
                            <a:srgbClr val="1D40A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800" b="1" spc="-25" dirty="0">
                          <a:solidFill>
                            <a:srgbClr val="1D40AF"/>
                          </a:solidFill>
                          <a:latin typeface="Malgun Gothic"/>
                          <a:cs typeface="Malgun Gothic"/>
                        </a:rPr>
                        <a:t>형태</a:t>
                      </a:r>
                      <a:endParaRPr sz="28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9149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2800" b="1" spc="-190" dirty="0">
                          <a:solidFill>
                            <a:srgbClr val="1D40AF"/>
                          </a:solidFill>
                          <a:latin typeface="Malgun Gothic"/>
                          <a:cs typeface="Malgun Gothic"/>
                        </a:rPr>
                        <a:t>성찰</a:t>
                      </a:r>
                      <a:r>
                        <a:rPr sz="2800" b="1" spc="-105" dirty="0">
                          <a:solidFill>
                            <a:srgbClr val="1D40A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800" b="1" spc="-25" dirty="0">
                          <a:solidFill>
                            <a:srgbClr val="1D40AF"/>
                          </a:solidFill>
                          <a:latin typeface="Malgun Gothic"/>
                          <a:cs typeface="Malgun Gothic"/>
                        </a:rPr>
                        <a:t>방법</a:t>
                      </a:r>
                      <a:endParaRPr sz="2800">
                        <a:latin typeface="Malgun Gothic"/>
                        <a:cs typeface="Malgun Gothic"/>
                      </a:endParaRPr>
                    </a:p>
                  </a:txBody>
                  <a:tcPr marL="0" marR="0" marT="6350" marB="0">
                    <a:lnL w="9525">
                      <a:solidFill>
                        <a:srgbClr val="D0D5DA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480">
                <a:tc>
                  <a:txBody>
                    <a:bodyPr/>
                    <a:lstStyle/>
                    <a:p>
                      <a:pPr marL="31750">
                        <a:lnSpc>
                          <a:spcPts val="1160"/>
                        </a:lnSpc>
                        <a:spcBef>
                          <a:spcPts val="125"/>
                        </a:spcBef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개별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기능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(40%)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+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5875" marB="0">
                    <a:lnR w="9525">
                      <a:solidFill>
                        <a:srgbClr val="D0D5D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160"/>
                        </a:lnSpc>
                        <a:spcBef>
                          <a:spcPts val="125"/>
                        </a:spcBef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이질적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팀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25" dirty="0">
                          <a:latin typeface="Dotum"/>
                          <a:cs typeface="Dotum"/>
                        </a:rPr>
                        <a:t>구성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T="15875" marB="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91490" algn="ctr">
                        <a:lnSpc>
                          <a:spcPts val="1160"/>
                        </a:lnSpc>
                        <a:spcBef>
                          <a:spcPts val="125"/>
                        </a:spcBef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수업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마무리</a:t>
                      </a:r>
                      <a:r>
                        <a:rPr sz="2000" spc="-80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3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spc="-130" dirty="0">
                          <a:latin typeface="Dotum"/>
                          <a:cs typeface="Dotum"/>
                        </a:rPr>
                        <a:t>분</a:t>
                      </a:r>
                      <a:r>
                        <a:rPr sz="2000" spc="-80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팀</a:t>
                      </a:r>
                      <a:r>
                        <a:rPr sz="2000" spc="-80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25" dirty="0">
                          <a:latin typeface="Dotum"/>
                          <a:cs typeface="Dotum"/>
                        </a:rPr>
                        <a:t>회의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T="15875" marB="0">
                    <a:lnL w="9525">
                      <a:solidFill>
                        <a:srgbClr val="D0D5DA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64">
                <a:tc>
                  <a:txBody>
                    <a:bodyPr/>
                    <a:lstStyle/>
                    <a:p>
                      <a:pPr marL="83820">
                        <a:lnSpc>
                          <a:spcPts val="1100"/>
                        </a:lnSpc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팀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성과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(30%)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+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D0D5D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100"/>
                        </a:lnSpc>
                      </a:pPr>
                      <a:r>
                        <a:rPr sz="2000" spc="-45" dirty="0">
                          <a:latin typeface="Arial"/>
                          <a:cs typeface="Arial"/>
                        </a:rPr>
                        <a:t>(4-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2000" spc="-10" dirty="0">
                          <a:latin typeface="Dotum"/>
                          <a:cs typeface="Dotum"/>
                        </a:rPr>
                        <a:t>명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2000" spc="-10" dirty="0">
                          <a:latin typeface="Dotum"/>
                          <a:cs typeface="Dotum"/>
                        </a:rPr>
                        <a:t>팀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91490" algn="ctr">
                        <a:lnSpc>
                          <a:spcPts val="1100"/>
                        </a:lnSpc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잘한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점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2000" spc="-25" dirty="0">
                          <a:latin typeface="Dotum"/>
                          <a:cs typeface="Dotum"/>
                        </a:rPr>
                        <a:t>가지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T="0" marB="0">
                    <a:lnL w="9525">
                      <a:solidFill>
                        <a:srgbClr val="D0D5DA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564"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협력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과정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(20%)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+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D0D5D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100"/>
                        </a:lnSpc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역할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정기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25" dirty="0">
                          <a:latin typeface="Dotum"/>
                          <a:cs typeface="Dotum"/>
                        </a:rPr>
                        <a:t>순환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T="0" marB="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91490" algn="ctr">
                        <a:lnSpc>
                          <a:spcPts val="1100"/>
                        </a:lnSpc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개선점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2000" spc="-25" dirty="0">
                          <a:latin typeface="Dotum"/>
                          <a:cs typeface="Dotum"/>
                        </a:rPr>
                        <a:t>가지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T="0" marB="0">
                    <a:lnL w="9525">
                      <a:solidFill>
                        <a:srgbClr val="D0D5DA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 marL="200025">
                        <a:lnSpc>
                          <a:spcPts val="1065"/>
                        </a:lnSpc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태도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0" dirty="0">
                          <a:latin typeface="Arial"/>
                          <a:cs typeface="Arial"/>
                        </a:rPr>
                        <a:t>(10%)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D0D5D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065"/>
                        </a:lnSpc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팀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정체성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25" dirty="0">
                          <a:latin typeface="Dotum"/>
                          <a:cs typeface="Dotum"/>
                        </a:rPr>
                        <a:t>형성</a:t>
                      </a:r>
                      <a:endParaRPr sz="2000" dirty="0">
                        <a:latin typeface="Dotum"/>
                        <a:cs typeface="Dotum"/>
                      </a:endParaRPr>
                    </a:p>
                  </a:txBody>
                  <a:tcPr marL="0" marR="0" marT="0" marB="0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91490" algn="ctr">
                        <a:lnSpc>
                          <a:spcPts val="1065"/>
                        </a:lnSpc>
                      </a:pPr>
                      <a:r>
                        <a:rPr sz="2000" spc="-180" dirty="0">
                          <a:latin typeface="Dotum"/>
                          <a:cs typeface="Dotum"/>
                        </a:rPr>
                        <a:t>다음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시간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180" dirty="0">
                          <a:latin typeface="Dotum"/>
                          <a:cs typeface="Dotum"/>
                        </a:rPr>
                        <a:t>목표</a:t>
                      </a:r>
                      <a:r>
                        <a:rPr sz="2000" spc="-85" dirty="0">
                          <a:latin typeface="Dotum"/>
                          <a:cs typeface="Dotum"/>
                        </a:rPr>
                        <a:t> </a:t>
                      </a:r>
                      <a:r>
                        <a:rPr sz="2000" spc="-25" dirty="0">
                          <a:latin typeface="Dotum"/>
                          <a:cs typeface="Dotum"/>
                        </a:rPr>
                        <a:t>설정</a:t>
                      </a:r>
                      <a:endParaRPr sz="2000" dirty="0">
                        <a:latin typeface="Dotum"/>
                        <a:cs typeface="Dotum"/>
                      </a:endParaRPr>
                    </a:p>
                  </a:txBody>
                  <a:tcPr marL="0" marR="0" marT="0" marB="0">
                    <a:lnL w="9525">
                      <a:solidFill>
                        <a:srgbClr val="D0D5DA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584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1085850"/>
          </a:xfrm>
          <a:custGeom>
            <a:avLst/>
            <a:gdLst/>
            <a:ahLst/>
            <a:cxnLst/>
            <a:rect l="l" t="t" r="r" b="b"/>
            <a:pathLst>
              <a:path w="76200" h="1085850">
                <a:moveTo>
                  <a:pt x="76199" y="1085849"/>
                </a:moveTo>
                <a:lnTo>
                  <a:pt x="0" y="1085849"/>
                </a:lnTo>
                <a:lnTo>
                  <a:pt x="0" y="0"/>
                </a:lnTo>
                <a:lnTo>
                  <a:pt x="76199" y="0"/>
                </a:lnTo>
                <a:lnTo>
                  <a:pt x="76199" y="108584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5"/>
              </a:spcBef>
            </a:pPr>
            <a:r>
              <a:rPr sz="3150" b="0" spc="90" dirty="0">
                <a:latin typeface="Segoe UI Symbol"/>
                <a:cs typeface="Segoe UI Symbol"/>
              </a:rPr>
              <a:t>9.</a:t>
            </a:r>
            <a:r>
              <a:rPr sz="3150" b="0" spc="-140" dirty="0">
                <a:latin typeface="Segoe UI Symbol"/>
                <a:cs typeface="Segoe UI Symbol"/>
              </a:rPr>
              <a:t> </a:t>
            </a:r>
            <a:r>
              <a:rPr spc="-640" dirty="0"/>
              <a:t>협동학습</a:t>
            </a:r>
            <a:r>
              <a:rPr spc="-400" dirty="0"/>
              <a:t> </a:t>
            </a:r>
            <a:r>
              <a:rPr spc="-635" dirty="0"/>
              <a:t>성공을</a:t>
            </a:r>
            <a:r>
              <a:rPr spc="-405" dirty="0"/>
              <a:t> </a:t>
            </a:r>
            <a:r>
              <a:rPr spc="-670" dirty="0"/>
              <a:t>위 </a:t>
            </a:r>
            <a:r>
              <a:rPr spc="-610" dirty="0"/>
              <a:t>한</a:t>
            </a:r>
            <a:r>
              <a:rPr spc="-405" dirty="0"/>
              <a:t> </a:t>
            </a:r>
            <a:r>
              <a:rPr spc="-635" dirty="0"/>
              <a:t>교사의</a:t>
            </a:r>
            <a:r>
              <a:rPr spc="-405" dirty="0"/>
              <a:t> </a:t>
            </a:r>
            <a:r>
              <a:rPr spc="-655" dirty="0"/>
              <a:t>역할</a:t>
            </a:r>
            <a:endParaRPr sz="3150">
              <a:latin typeface="Segoe UI Symbol"/>
              <a:cs typeface="Segoe UI Symbo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95824" y="857249"/>
            <a:ext cx="6734175" cy="1571625"/>
            <a:chOff x="4695824" y="857249"/>
            <a:chExt cx="6734175" cy="1571625"/>
          </a:xfrm>
        </p:grpSpPr>
        <p:sp>
          <p:nvSpPr>
            <p:cNvPr id="5" name="object 5"/>
            <p:cNvSpPr/>
            <p:nvPr/>
          </p:nvSpPr>
          <p:spPr>
            <a:xfrm>
              <a:off x="4705349" y="866774"/>
              <a:ext cx="6715125" cy="1552575"/>
            </a:xfrm>
            <a:custGeom>
              <a:avLst/>
              <a:gdLst/>
              <a:ahLst/>
              <a:cxnLst/>
              <a:rect l="l" t="t" r="r" b="b"/>
              <a:pathLst>
                <a:path w="6715125" h="1552575">
                  <a:moveTo>
                    <a:pt x="6652827" y="1552574"/>
                  </a:moveTo>
                  <a:lnTo>
                    <a:pt x="62296" y="1552574"/>
                  </a:lnTo>
                  <a:lnTo>
                    <a:pt x="57960" y="1552147"/>
                  </a:lnTo>
                  <a:lnTo>
                    <a:pt x="22623" y="1536141"/>
                  </a:lnTo>
                  <a:lnTo>
                    <a:pt x="2134" y="1503201"/>
                  </a:lnTo>
                  <a:lnTo>
                    <a:pt x="0" y="1490277"/>
                  </a:lnTo>
                  <a:lnTo>
                    <a:pt x="0" y="1485899"/>
                  </a:lnTo>
                  <a:lnTo>
                    <a:pt x="0" y="62296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4"/>
                  </a:lnTo>
                  <a:lnTo>
                    <a:pt x="6715123" y="62296"/>
                  </a:lnTo>
                  <a:lnTo>
                    <a:pt x="6715123" y="1490277"/>
                  </a:lnTo>
                  <a:lnTo>
                    <a:pt x="6701453" y="1526582"/>
                  </a:lnTo>
                  <a:lnTo>
                    <a:pt x="6669917" y="1549174"/>
                  </a:lnTo>
                  <a:lnTo>
                    <a:pt x="6657161" y="1552147"/>
                  </a:lnTo>
                  <a:lnTo>
                    <a:pt x="6652827" y="155257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05349" y="866774"/>
              <a:ext cx="6715125" cy="1552575"/>
            </a:xfrm>
            <a:custGeom>
              <a:avLst/>
              <a:gdLst/>
              <a:ahLst/>
              <a:cxnLst/>
              <a:rect l="l" t="t" r="r" b="b"/>
              <a:pathLst>
                <a:path w="6715125" h="1552575">
                  <a:moveTo>
                    <a:pt x="0" y="1485899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1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399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2"/>
                  </a:lnTo>
                  <a:lnTo>
                    <a:pt x="6706319" y="33272"/>
                  </a:lnTo>
                  <a:lnTo>
                    <a:pt x="6715124" y="66674"/>
                  </a:lnTo>
                  <a:lnTo>
                    <a:pt x="6715124" y="1485899"/>
                  </a:lnTo>
                  <a:lnTo>
                    <a:pt x="6703885" y="1522942"/>
                  </a:lnTo>
                  <a:lnTo>
                    <a:pt x="6701453" y="1526582"/>
                  </a:lnTo>
                  <a:lnTo>
                    <a:pt x="6673963" y="1547499"/>
                  </a:lnTo>
                  <a:lnTo>
                    <a:pt x="6669917" y="1549174"/>
                  </a:lnTo>
                  <a:lnTo>
                    <a:pt x="6665749" y="1550439"/>
                  </a:lnTo>
                  <a:lnTo>
                    <a:pt x="6661455" y="1551293"/>
                  </a:lnTo>
                  <a:lnTo>
                    <a:pt x="6657161" y="1552147"/>
                  </a:lnTo>
                  <a:lnTo>
                    <a:pt x="6652827" y="1552574"/>
                  </a:lnTo>
                  <a:lnTo>
                    <a:pt x="6648449" y="1552574"/>
                  </a:lnTo>
                  <a:lnTo>
                    <a:pt x="66674" y="1552574"/>
                  </a:lnTo>
                  <a:lnTo>
                    <a:pt x="62296" y="1552574"/>
                  </a:lnTo>
                  <a:lnTo>
                    <a:pt x="57960" y="1552147"/>
                  </a:lnTo>
                  <a:lnTo>
                    <a:pt x="53667" y="1551293"/>
                  </a:lnTo>
                  <a:lnTo>
                    <a:pt x="49372" y="1550439"/>
                  </a:lnTo>
                  <a:lnTo>
                    <a:pt x="19528" y="1533045"/>
                  </a:lnTo>
                  <a:lnTo>
                    <a:pt x="16432" y="1529950"/>
                  </a:lnTo>
                  <a:lnTo>
                    <a:pt x="13668" y="1526582"/>
                  </a:lnTo>
                  <a:lnTo>
                    <a:pt x="11236" y="1522942"/>
                  </a:lnTo>
                  <a:lnTo>
                    <a:pt x="8803" y="1519301"/>
                  </a:lnTo>
                  <a:lnTo>
                    <a:pt x="6749" y="1515459"/>
                  </a:lnTo>
                  <a:lnTo>
                    <a:pt x="5074" y="1511414"/>
                  </a:lnTo>
                  <a:lnTo>
                    <a:pt x="3399" y="1507370"/>
                  </a:lnTo>
                  <a:lnTo>
                    <a:pt x="2134" y="1503201"/>
                  </a:lnTo>
                  <a:lnTo>
                    <a:pt x="1280" y="1498907"/>
                  </a:lnTo>
                  <a:lnTo>
                    <a:pt x="427" y="1494613"/>
                  </a:lnTo>
                  <a:lnTo>
                    <a:pt x="0" y="1490277"/>
                  </a:lnTo>
                  <a:lnTo>
                    <a:pt x="0" y="148589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0581" y="1078995"/>
              <a:ext cx="207698" cy="165472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695824" y="2543174"/>
            <a:ext cx="6734175" cy="1400175"/>
            <a:chOff x="4695824" y="2543174"/>
            <a:chExt cx="6734175" cy="1400175"/>
          </a:xfrm>
        </p:grpSpPr>
        <p:sp>
          <p:nvSpPr>
            <p:cNvPr id="9" name="object 9"/>
            <p:cNvSpPr/>
            <p:nvPr/>
          </p:nvSpPr>
          <p:spPr>
            <a:xfrm>
              <a:off x="4705349" y="2552699"/>
              <a:ext cx="6715125" cy="1381125"/>
            </a:xfrm>
            <a:custGeom>
              <a:avLst/>
              <a:gdLst/>
              <a:ahLst/>
              <a:cxnLst/>
              <a:rect l="l" t="t" r="r" b="b"/>
              <a:pathLst>
                <a:path w="6715125" h="1381125">
                  <a:moveTo>
                    <a:pt x="6652827" y="1381124"/>
                  </a:moveTo>
                  <a:lnTo>
                    <a:pt x="62296" y="1381124"/>
                  </a:lnTo>
                  <a:lnTo>
                    <a:pt x="57960" y="1380697"/>
                  </a:lnTo>
                  <a:lnTo>
                    <a:pt x="22623" y="1364691"/>
                  </a:lnTo>
                  <a:lnTo>
                    <a:pt x="2134" y="1331750"/>
                  </a:lnTo>
                  <a:lnTo>
                    <a:pt x="0" y="1318827"/>
                  </a:lnTo>
                  <a:lnTo>
                    <a:pt x="0" y="1314449"/>
                  </a:lnTo>
                  <a:lnTo>
                    <a:pt x="0" y="62297"/>
                  </a:lnTo>
                  <a:lnTo>
                    <a:pt x="13668" y="25992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4"/>
                  </a:lnTo>
                  <a:lnTo>
                    <a:pt x="6715123" y="62297"/>
                  </a:lnTo>
                  <a:lnTo>
                    <a:pt x="6715123" y="1318827"/>
                  </a:lnTo>
                  <a:lnTo>
                    <a:pt x="6701453" y="1355132"/>
                  </a:lnTo>
                  <a:lnTo>
                    <a:pt x="6669917" y="1377724"/>
                  </a:lnTo>
                  <a:lnTo>
                    <a:pt x="6657161" y="1380697"/>
                  </a:lnTo>
                  <a:lnTo>
                    <a:pt x="6652827" y="138112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05349" y="2552699"/>
              <a:ext cx="6715125" cy="1381125"/>
            </a:xfrm>
            <a:custGeom>
              <a:avLst/>
              <a:gdLst/>
              <a:ahLst/>
              <a:cxnLst/>
              <a:rect l="l" t="t" r="r" b="b"/>
              <a:pathLst>
                <a:path w="6715125" h="1381125">
                  <a:moveTo>
                    <a:pt x="0" y="1314449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4"/>
                  </a:lnTo>
                  <a:lnTo>
                    <a:pt x="5074" y="41159"/>
                  </a:lnTo>
                  <a:lnTo>
                    <a:pt x="6749" y="37114"/>
                  </a:lnTo>
                  <a:lnTo>
                    <a:pt x="19528" y="19528"/>
                  </a:lnTo>
                  <a:lnTo>
                    <a:pt x="22623" y="16433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400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703885" y="29631"/>
                  </a:lnTo>
                  <a:lnTo>
                    <a:pt x="6706319" y="33272"/>
                  </a:lnTo>
                  <a:lnTo>
                    <a:pt x="6715124" y="66674"/>
                  </a:lnTo>
                  <a:lnTo>
                    <a:pt x="6715124" y="1314449"/>
                  </a:lnTo>
                  <a:lnTo>
                    <a:pt x="6703885" y="1351491"/>
                  </a:lnTo>
                  <a:lnTo>
                    <a:pt x="6701453" y="1355132"/>
                  </a:lnTo>
                  <a:lnTo>
                    <a:pt x="6685490" y="1369887"/>
                  </a:lnTo>
                  <a:lnTo>
                    <a:pt x="6681849" y="1372319"/>
                  </a:lnTo>
                  <a:lnTo>
                    <a:pt x="6678008" y="1374373"/>
                  </a:lnTo>
                  <a:lnTo>
                    <a:pt x="6673963" y="1376049"/>
                  </a:lnTo>
                  <a:lnTo>
                    <a:pt x="6669917" y="1377724"/>
                  </a:lnTo>
                  <a:lnTo>
                    <a:pt x="6665749" y="1378989"/>
                  </a:lnTo>
                  <a:lnTo>
                    <a:pt x="6661455" y="1379843"/>
                  </a:lnTo>
                  <a:lnTo>
                    <a:pt x="6657161" y="1380697"/>
                  </a:lnTo>
                  <a:lnTo>
                    <a:pt x="6652827" y="1381124"/>
                  </a:lnTo>
                  <a:lnTo>
                    <a:pt x="6648449" y="1381124"/>
                  </a:lnTo>
                  <a:lnTo>
                    <a:pt x="66674" y="1381124"/>
                  </a:lnTo>
                  <a:lnTo>
                    <a:pt x="62296" y="1381124"/>
                  </a:lnTo>
                  <a:lnTo>
                    <a:pt x="57960" y="1380697"/>
                  </a:lnTo>
                  <a:lnTo>
                    <a:pt x="53667" y="1379843"/>
                  </a:lnTo>
                  <a:lnTo>
                    <a:pt x="49372" y="1378989"/>
                  </a:lnTo>
                  <a:lnTo>
                    <a:pt x="29631" y="1369887"/>
                  </a:lnTo>
                  <a:lnTo>
                    <a:pt x="25991" y="1367455"/>
                  </a:lnTo>
                  <a:lnTo>
                    <a:pt x="11236" y="1351491"/>
                  </a:lnTo>
                  <a:lnTo>
                    <a:pt x="8803" y="1347851"/>
                  </a:lnTo>
                  <a:lnTo>
                    <a:pt x="6749" y="1344009"/>
                  </a:lnTo>
                  <a:lnTo>
                    <a:pt x="5074" y="1339964"/>
                  </a:lnTo>
                  <a:lnTo>
                    <a:pt x="3399" y="1335920"/>
                  </a:lnTo>
                  <a:lnTo>
                    <a:pt x="2134" y="1331750"/>
                  </a:lnTo>
                  <a:lnTo>
                    <a:pt x="1280" y="1327457"/>
                  </a:lnTo>
                  <a:lnTo>
                    <a:pt x="427" y="1323163"/>
                  </a:lnTo>
                  <a:lnTo>
                    <a:pt x="0" y="1318827"/>
                  </a:lnTo>
                  <a:lnTo>
                    <a:pt x="0" y="131444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7274" y="2762249"/>
              <a:ext cx="172488" cy="172521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695824" y="4057649"/>
            <a:ext cx="6734175" cy="1571625"/>
            <a:chOff x="4695824" y="4057649"/>
            <a:chExt cx="6734175" cy="1571625"/>
          </a:xfrm>
        </p:grpSpPr>
        <p:sp>
          <p:nvSpPr>
            <p:cNvPr id="13" name="object 13"/>
            <p:cNvSpPr/>
            <p:nvPr/>
          </p:nvSpPr>
          <p:spPr>
            <a:xfrm>
              <a:off x="4705349" y="4067174"/>
              <a:ext cx="6715125" cy="1552575"/>
            </a:xfrm>
            <a:custGeom>
              <a:avLst/>
              <a:gdLst/>
              <a:ahLst/>
              <a:cxnLst/>
              <a:rect l="l" t="t" r="r" b="b"/>
              <a:pathLst>
                <a:path w="6715125" h="1552575">
                  <a:moveTo>
                    <a:pt x="6652827" y="1552574"/>
                  </a:moveTo>
                  <a:lnTo>
                    <a:pt x="62296" y="1552574"/>
                  </a:lnTo>
                  <a:lnTo>
                    <a:pt x="57960" y="1552147"/>
                  </a:lnTo>
                  <a:lnTo>
                    <a:pt x="22623" y="1536141"/>
                  </a:lnTo>
                  <a:lnTo>
                    <a:pt x="2134" y="1503199"/>
                  </a:lnTo>
                  <a:lnTo>
                    <a:pt x="0" y="1490277"/>
                  </a:lnTo>
                  <a:lnTo>
                    <a:pt x="0" y="1485899"/>
                  </a:lnTo>
                  <a:lnTo>
                    <a:pt x="0" y="62297"/>
                  </a:lnTo>
                  <a:lnTo>
                    <a:pt x="13668" y="25991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6652827" y="0"/>
                  </a:lnTo>
                  <a:lnTo>
                    <a:pt x="6689130" y="13668"/>
                  </a:lnTo>
                  <a:lnTo>
                    <a:pt x="6711723" y="45203"/>
                  </a:lnTo>
                  <a:lnTo>
                    <a:pt x="6715123" y="62297"/>
                  </a:lnTo>
                  <a:lnTo>
                    <a:pt x="6715123" y="1490277"/>
                  </a:lnTo>
                  <a:lnTo>
                    <a:pt x="6701453" y="1526581"/>
                  </a:lnTo>
                  <a:lnTo>
                    <a:pt x="6669917" y="1549174"/>
                  </a:lnTo>
                  <a:lnTo>
                    <a:pt x="6657161" y="1552147"/>
                  </a:lnTo>
                  <a:lnTo>
                    <a:pt x="6652827" y="1552574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5349" y="4067174"/>
              <a:ext cx="6715125" cy="1552575"/>
            </a:xfrm>
            <a:custGeom>
              <a:avLst/>
              <a:gdLst/>
              <a:ahLst/>
              <a:cxnLst/>
              <a:rect l="l" t="t" r="r" b="b"/>
              <a:pathLst>
                <a:path w="6715125" h="1552575">
                  <a:moveTo>
                    <a:pt x="0" y="1485899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8"/>
                  </a:lnTo>
                  <a:lnTo>
                    <a:pt x="6749" y="37113"/>
                  </a:lnTo>
                  <a:lnTo>
                    <a:pt x="8803" y="33271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3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25991" y="13668"/>
                  </a:lnTo>
                  <a:lnTo>
                    <a:pt x="29631" y="11236"/>
                  </a:lnTo>
                  <a:lnTo>
                    <a:pt x="33271" y="8804"/>
                  </a:lnTo>
                  <a:lnTo>
                    <a:pt x="37114" y="6750"/>
                  </a:lnTo>
                  <a:lnTo>
                    <a:pt x="41159" y="5075"/>
                  </a:lnTo>
                  <a:lnTo>
                    <a:pt x="45203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6648449" y="0"/>
                  </a:lnTo>
                  <a:lnTo>
                    <a:pt x="6652827" y="0"/>
                  </a:lnTo>
                  <a:lnTo>
                    <a:pt x="6657161" y="427"/>
                  </a:lnTo>
                  <a:lnTo>
                    <a:pt x="6661455" y="1281"/>
                  </a:lnTo>
                  <a:lnTo>
                    <a:pt x="6665749" y="2135"/>
                  </a:lnTo>
                  <a:lnTo>
                    <a:pt x="6669917" y="3399"/>
                  </a:lnTo>
                  <a:lnTo>
                    <a:pt x="6673963" y="5075"/>
                  </a:lnTo>
                  <a:lnTo>
                    <a:pt x="6678008" y="6750"/>
                  </a:lnTo>
                  <a:lnTo>
                    <a:pt x="6681849" y="8804"/>
                  </a:lnTo>
                  <a:lnTo>
                    <a:pt x="6685490" y="11236"/>
                  </a:lnTo>
                  <a:lnTo>
                    <a:pt x="6689130" y="13668"/>
                  </a:lnTo>
                  <a:lnTo>
                    <a:pt x="6703885" y="29631"/>
                  </a:lnTo>
                  <a:lnTo>
                    <a:pt x="6706319" y="33271"/>
                  </a:lnTo>
                  <a:lnTo>
                    <a:pt x="6708372" y="37113"/>
                  </a:lnTo>
                  <a:lnTo>
                    <a:pt x="6710048" y="41158"/>
                  </a:lnTo>
                  <a:lnTo>
                    <a:pt x="6711723" y="45203"/>
                  </a:lnTo>
                  <a:lnTo>
                    <a:pt x="6715124" y="66674"/>
                  </a:lnTo>
                  <a:lnTo>
                    <a:pt x="6715124" y="1485899"/>
                  </a:lnTo>
                  <a:lnTo>
                    <a:pt x="6703885" y="1522941"/>
                  </a:lnTo>
                  <a:lnTo>
                    <a:pt x="6701453" y="1526581"/>
                  </a:lnTo>
                  <a:lnTo>
                    <a:pt x="6685490" y="1541337"/>
                  </a:lnTo>
                  <a:lnTo>
                    <a:pt x="6681849" y="1543769"/>
                  </a:lnTo>
                  <a:lnTo>
                    <a:pt x="6678008" y="1545823"/>
                  </a:lnTo>
                  <a:lnTo>
                    <a:pt x="6673963" y="1547498"/>
                  </a:lnTo>
                  <a:lnTo>
                    <a:pt x="6669917" y="1549174"/>
                  </a:lnTo>
                  <a:lnTo>
                    <a:pt x="6665749" y="1550438"/>
                  </a:lnTo>
                  <a:lnTo>
                    <a:pt x="6661455" y="1551293"/>
                  </a:lnTo>
                  <a:lnTo>
                    <a:pt x="6657161" y="1552147"/>
                  </a:lnTo>
                  <a:lnTo>
                    <a:pt x="6652827" y="1552574"/>
                  </a:lnTo>
                  <a:lnTo>
                    <a:pt x="6648449" y="1552574"/>
                  </a:lnTo>
                  <a:lnTo>
                    <a:pt x="66674" y="1552574"/>
                  </a:lnTo>
                  <a:lnTo>
                    <a:pt x="62296" y="1552574"/>
                  </a:lnTo>
                  <a:lnTo>
                    <a:pt x="57960" y="1552147"/>
                  </a:lnTo>
                  <a:lnTo>
                    <a:pt x="53667" y="1551293"/>
                  </a:lnTo>
                  <a:lnTo>
                    <a:pt x="49372" y="1550438"/>
                  </a:lnTo>
                  <a:lnTo>
                    <a:pt x="45203" y="1549174"/>
                  </a:lnTo>
                  <a:lnTo>
                    <a:pt x="41158" y="1547498"/>
                  </a:lnTo>
                  <a:lnTo>
                    <a:pt x="37114" y="1545823"/>
                  </a:lnTo>
                  <a:lnTo>
                    <a:pt x="33271" y="1543769"/>
                  </a:lnTo>
                  <a:lnTo>
                    <a:pt x="29631" y="1541337"/>
                  </a:lnTo>
                  <a:lnTo>
                    <a:pt x="25991" y="1538905"/>
                  </a:lnTo>
                  <a:lnTo>
                    <a:pt x="22623" y="1536141"/>
                  </a:lnTo>
                  <a:lnTo>
                    <a:pt x="19528" y="1533045"/>
                  </a:lnTo>
                  <a:lnTo>
                    <a:pt x="16432" y="1529950"/>
                  </a:lnTo>
                  <a:lnTo>
                    <a:pt x="13668" y="1526581"/>
                  </a:lnTo>
                  <a:lnTo>
                    <a:pt x="11236" y="1522941"/>
                  </a:lnTo>
                  <a:lnTo>
                    <a:pt x="8803" y="1519301"/>
                  </a:lnTo>
                  <a:lnTo>
                    <a:pt x="6749" y="1515459"/>
                  </a:lnTo>
                  <a:lnTo>
                    <a:pt x="5074" y="1511414"/>
                  </a:lnTo>
                  <a:lnTo>
                    <a:pt x="3399" y="1507369"/>
                  </a:lnTo>
                  <a:lnTo>
                    <a:pt x="2134" y="1503199"/>
                  </a:lnTo>
                  <a:lnTo>
                    <a:pt x="1280" y="1498906"/>
                  </a:lnTo>
                  <a:lnTo>
                    <a:pt x="427" y="1494613"/>
                  </a:lnTo>
                  <a:lnTo>
                    <a:pt x="0" y="1490277"/>
                  </a:lnTo>
                  <a:lnTo>
                    <a:pt x="0" y="1485899"/>
                  </a:lnTo>
                  <a:close/>
                </a:path>
              </a:pathLst>
            </a:custGeom>
            <a:ln w="19049">
              <a:solidFill>
                <a:srgbClr val="DAE9F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7274" y="4276724"/>
              <a:ext cx="214312" cy="1714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372" y="4656772"/>
              <a:ext cx="68550" cy="1162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372" y="4942522"/>
              <a:ext cx="68550" cy="1162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372" y="5228272"/>
              <a:ext cx="68550" cy="116204"/>
            </a:xfrm>
            <a:prstGeom prst="rect">
              <a:avLst/>
            </a:prstGeom>
          </p:spPr>
        </p:pic>
      </p:grpSp>
      <p:sp>
        <p:nvSpPr>
          <p:cNvPr id="19" name="object 19"/>
          <p:cNvSpPr/>
          <p:nvPr/>
        </p:nvSpPr>
        <p:spPr>
          <a:xfrm>
            <a:off x="4695824" y="5781674"/>
            <a:ext cx="6734175" cy="1009650"/>
          </a:xfrm>
          <a:custGeom>
            <a:avLst/>
            <a:gdLst/>
            <a:ahLst/>
            <a:cxnLst/>
            <a:rect l="l" t="t" r="r" b="b"/>
            <a:pathLst>
              <a:path w="6734175" h="1009650">
                <a:moveTo>
                  <a:pt x="6662977" y="1009649"/>
                </a:moveTo>
                <a:lnTo>
                  <a:pt x="71196" y="1009649"/>
                </a:lnTo>
                <a:lnTo>
                  <a:pt x="66241" y="1009161"/>
                </a:lnTo>
                <a:lnTo>
                  <a:pt x="29705" y="994027"/>
                </a:lnTo>
                <a:lnTo>
                  <a:pt x="3885" y="957987"/>
                </a:lnTo>
                <a:lnTo>
                  <a:pt x="0" y="938453"/>
                </a:lnTo>
                <a:lnTo>
                  <a:pt x="0" y="93344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6662977" y="0"/>
                </a:lnTo>
                <a:lnTo>
                  <a:pt x="6704468" y="15621"/>
                </a:lnTo>
                <a:lnTo>
                  <a:pt x="6730287" y="51661"/>
                </a:lnTo>
                <a:lnTo>
                  <a:pt x="6734173" y="71196"/>
                </a:lnTo>
                <a:lnTo>
                  <a:pt x="6734173" y="938453"/>
                </a:lnTo>
                <a:lnTo>
                  <a:pt x="6718551" y="979943"/>
                </a:lnTo>
                <a:lnTo>
                  <a:pt x="6682511" y="1005763"/>
                </a:lnTo>
                <a:lnTo>
                  <a:pt x="6667932" y="1009161"/>
                </a:lnTo>
                <a:lnTo>
                  <a:pt x="6662977" y="1009649"/>
                </a:lnTo>
                <a:close/>
              </a:path>
            </a:pathLst>
          </a:custGeom>
          <a:solidFill>
            <a:srgbClr val="F2F4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48212" y="1022286"/>
            <a:ext cx="133540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촉진자로서의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역할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85372" y="1456372"/>
            <a:ext cx="68580" cy="687705"/>
            <a:chOff x="4885372" y="1456372"/>
            <a:chExt cx="68580" cy="68770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372" y="1456372"/>
              <a:ext cx="68550" cy="11620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372" y="1742122"/>
              <a:ext cx="68550" cy="11620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372" y="2027872"/>
              <a:ext cx="68550" cy="11620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067250" y="1317142"/>
            <a:ext cx="3226435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8900"/>
              </a:lnSpc>
              <a:spcBef>
                <a:spcPts val="95"/>
              </a:spcBef>
            </a:pPr>
            <a:r>
              <a:rPr sz="1350" spc="-260" dirty="0">
                <a:latin typeface="Dotum"/>
                <a:cs typeface="Dotum"/>
              </a:rPr>
              <a:t>지식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전달자가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아닌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학생들의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학습을</a:t>
            </a:r>
            <a:r>
              <a:rPr sz="1350" b="1" spc="-125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도와주는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spc="-285" dirty="0">
                <a:latin typeface="Dotum"/>
                <a:cs typeface="Dotum"/>
              </a:rPr>
              <a:t>역할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학습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환경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조성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및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명확한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규칙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제시</a:t>
            </a:r>
            <a:endParaRPr sz="1350">
              <a:latin typeface="Dotum"/>
              <a:cs typeface="Dotu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67250" y="1967738"/>
            <a:ext cx="303149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갈등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발생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직접</a:t>
            </a:r>
            <a:r>
              <a:rPr sz="1350" b="1" spc="-135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해결하지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않고</a:t>
            </a:r>
            <a:r>
              <a:rPr sz="1350" b="1" spc="-135" dirty="0">
                <a:latin typeface="Malgun Gothic"/>
                <a:cs typeface="Malgun Gothic"/>
              </a:rPr>
              <a:t> </a:t>
            </a:r>
            <a:r>
              <a:rPr sz="1350" spc="-260" dirty="0">
                <a:latin typeface="Dotum"/>
                <a:cs typeface="Dotum"/>
              </a:rPr>
              <a:t>해결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방법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안내</a:t>
            </a:r>
            <a:endParaRPr sz="1350">
              <a:latin typeface="Dotum"/>
              <a:cs typeface="Dotum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05350" y="2708211"/>
            <a:ext cx="133540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관찰자로서의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역할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885372" y="3142297"/>
            <a:ext cx="3326129" cy="516255"/>
            <a:chOff x="4885372" y="3142297"/>
            <a:chExt cx="3326129" cy="516255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372" y="3142297"/>
              <a:ext cx="68550" cy="11620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2922" y="3142297"/>
              <a:ext cx="68550" cy="11620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372" y="3542347"/>
              <a:ext cx="68550" cy="11620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42922" y="3542347"/>
              <a:ext cx="68550" cy="11620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067250" y="3082163"/>
            <a:ext cx="183642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개별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학생의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참여도와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기여도</a:t>
            </a:r>
            <a:endParaRPr sz="1350">
              <a:latin typeface="Dotum"/>
              <a:cs typeface="Dotum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318400" y="3082163"/>
            <a:ext cx="127508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팀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내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의사소통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양상</a:t>
            </a:r>
            <a:endParaRPr sz="1350">
              <a:latin typeface="Dotum"/>
              <a:cs typeface="Dotum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067250" y="3482213"/>
            <a:ext cx="14579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갈등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발생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및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해결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과정</a:t>
            </a:r>
            <a:endParaRPr sz="1350">
              <a:latin typeface="Dotum"/>
              <a:cs typeface="Dotum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318400" y="3482213"/>
            <a:ext cx="137287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60" dirty="0">
                <a:latin typeface="Dotum"/>
                <a:cs typeface="Dotum"/>
              </a:rPr>
              <a:t>리더십의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발현과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변화</a:t>
            </a:r>
            <a:endParaRPr sz="1350">
              <a:latin typeface="Dotum"/>
              <a:cs typeface="Dotum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67250" y="4222686"/>
            <a:ext cx="2945765" cy="1177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125"/>
              </a:spcBef>
            </a:pPr>
            <a:r>
              <a:rPr sz="1500" b="1" spc="-270" dirty="0">
                <a:solidFill>
                  <a:srgbClr val="1D40AF"/>
                </a:solidFill>
                <a:latin typeface="Malgun Gothic"/>
                <a:cs typeface="Malgun Gothic"/>
              </a:rPr>
              <a:t>코치로서의</a:t>
            </a:r>
            <a:r>
              <a:rPr sz="1500" b="1" spc="-15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500" b="1" spc="-295" dirty="0">
                <a:solidFill>
                  <a:srgbClr val="1D40AF"/>
                </a:solidFill>
                <a:latin typeface="Malgun Gothic"/>
                <a:cs typeface="Malgun Gothic"/>
              </a:rPr>
              <a:t>역할</a:t>
            </a:r>
            <a:endParaRPr sz="1500">
              <a:latin typeface="Malgun Gothic"/>
              <a:cs typeface="Malgun Gothic"/>
            </a:endParaRPr>
          </a:p>
          <a:p>
            <a:pPr marL="12700" marR="5080">
              <a:lnSpc>
                <a:spcPct val="138900"/>
              </a:lnSpc>
              <a:spcBef>
                <a:spcPts val="495"/>
              </a:spcBef>
            </a:pPr>
            <a:r>
              <a:rPr sz="1350" spc="-260" dirty="0">
                <a:latin typeface="Dotum"/>
                <a:cs typeface="Dotum"/>
              </a:rPr>
              <a:t>개별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학생의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강점을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발견하여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spc="-260" dirty="0">
                <a:latin typeface="Dotum"/>
                <a:cs typeface="Dotum"/>
              </a:rPr>
              <a:t>적합한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역할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부여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실수를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비판하기보다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개선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방향</a:t>
            </a:r>
            <a:r>
              <a:rPr sz="1350" b="1" spc="-125" dirty="0">
                <a:latin typeface="Malgun Gothic"/>
                <a:cs typeface="Malgun Gothic"/>
              </a:rPr>
              <a:t> </a:t>
            </a:r>
            <a:r>
              <a:rPr sz="1350" b="1" spc="-285" dirty="0">
                <a:latin typeface="Malgun Gothic"/>
                <a:cs typeface="Malgun Gothic"/>
              </a:rPr>
              <a:t>제시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50" spc="-260" dirty="0">
                <a:latin typeface="Dotum"/>
                <a:cs typeface="Dotum"/>
              </a:rPr>
              <a:t>팀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정신과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협력의</a:t>
            </a:r>
            <a:r>
              <a:rPr sz="1350" spc="-11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가치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강조</a:t>
            </a:r>
            <a:endParaRPr sz="1350">
              <a:latin typeface="Dotum"/>
              <a:cs typeface="Dotum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86575" y="5892037"/>
            <a:ext cx="155575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교사의</a:t>
            </a:r>
            <a:r>
              <a:rPr sz="1350" b="1" spc="-13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역할</a:t>
            </a:r>
            <a:r>
              <a:rPr sz="1350" b="1" spc="-13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60" dirty="0">
                <a:solidFill>
                  <a:srgbClr val="1D40AF"/>
                </a:solidFill>
                <a:latin typeface="Malgun Gothic"/>
                <a:cs typeface="Malgun Gothic"/>
              </a:rPr>
              <a:t>전환</a:t>
            </a:r>
            <a:r>
              <a:rPr sz="1350" b="1" spc="-13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350" b="1" spc="-285" dirty="0">
                <a:solidFill>
                  <a:srgbClr val="1D40AF"/>
                </a:solidFill>
                <a:latin typeface="Malgun Gothic"/>
                <a:cs typeface="Malgun Gothic"/>
              </a:rPr>
              <a:t>포인트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598318" y="6199390"/>
            <a:ext cx="5012690" cy="231775"/>
            <a:chOff x="5598318" y="6199390"/>
            <a:chExt cx="5012690" cy="231775"/>
          </a:xfrm>
        </p:grpSpPr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8318" y="6200774"/>
              <a:ext cx="157162" cy="2286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48349" y="6285547"/>
              <a:ext cx="134272" cy="11620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65043" y="6215062"/>
              <a:ext cx="128587" cy="20002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0999" y="6285547"/>
              <a:ext cx="134272" cy="11620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85245" y="6199390"/>
              <a:ext cx="231457" cy="23141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10673" y="6200774"/>
              <a:ext cx="228352" cy="22859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57570" y="6199971"/>
              <a:ext cx="173101" cy="22958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06024" y="6285547"/>
              <a:ext cx="134272" cy="11620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325099" y="6200774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69030" y="71437"/>
                  </a:moveTo>
                  <a:lnTo>
                    <a:pt x="59557" y="71437"/>
                  </a:lnTo>
                  <a:lnTo>
                    <a:pt x="55000" y="70531"/>
                  </a:lnTo>
                  <a:lnTo>
                    <a:pt x="28574" y="40455"/>
                  </a:lnTo>
                  <a:lnTo>
                    <a:pt x="28574" y="30982"/>
                  </a:lnTo>
                  <a:lnTo>
                    <a:pt x="55000" y="906"/>
                  </a:lnTo>
                  <a:lnTo>
                    <a:pt x="59557" y="0"/>
                  </a:lnTo>
                  <a:lnTo>
                    <a:pt x="69030" y="0"/>
                  </a:lnTo>
                  <a:lnTo>
                    <a:pt x="99106" y="26425"/>
                  </a:lnTo>
                  <a:lnTo>
                    <a:pt x="100012" y="30982"/>
                  </a:lnTo>
                  <a:lnTo>
                    <a:pt x="100012" y="40455"/>
                  </a:lnTo>
                  <a:lnTo>
                    <a:pt x="73586" y="70531"/>
                  </a:lnTo>
                  <a:lnTo>
                    <a:pt x="69030" y="71437"/>
                  </a:lnTo>
                  <a:close/>
                </a:path>
                <a:path w="285750" h="228600">
                  <a:moveTo>
                    <a:pt x="233336" y="71437"/>
                  </a:moveTo>
                  <a:lnTo>
                    <a:pt x="223863" y="71437"/>
                  </a:lnTo>
                  <a:lnTo>
                    <a:pt x="219307" y="70531"/>
                  </a:lnTo>
                  <a:lnTo>
                    <a:pt x="192881" y="40455"/>
                  </a:lnTo>
                  <a:lnTo>
                    <a:pt x="192881" y="30982"/>
                  </a:lnTo>
                  <a:lnTo>
                    <a:pt x="219307" y="906"/>
                  </a:lnTo>
                  <a:lnTo>
                    <a:pt x="223863" y="0"/>
                  </a:lnTo>
                  <a:lnTo>
                    <a:pt x="233336" y="0"/>
                  </a:lnTo>
                  <a:lnTo>
                    <a:pt x="263412" y="26425"/>
                  </a:lnTo>
                  <a:lnTo>
                    <a:pt x="264318" y="30982"/>
                  </a:lnTo>
                  <a:lnTo>
                    <a:pt x="264318" y="40455"/>
                  </a:lnTo>
                  <a:lnTo>
                    <a:pt x="237892" y="70531"/>
                  </a:lnTo>
                  <a:lnTo>
                    <a:pt x="233336" y="71437"/>
                  </a:lnTo>
                  <a:close/>
                </a:path>
                <a:path w="285750" h="228600">
                  <a:moveTo>
                    <a:pt x="148558" y="142874"/>
                  </a:moveTo>
                  <a:lnTo>
                    <a:pt x="137191" y="142874"/>
                  </a:lnTo>
                  <a:lnTo>
                    <a:pt x="131723" y="141787"/>
                  </a:lnTo>
                  <a:lnTo>
                    <a:pt x="101100" y="111164"/>
                  </a:lnTo>
                  <a:lnTo>
                    <a:pt x="100012" y="105696"/>
                  </a:lnTo>
                  <a:lnTo>
                    <a:pt x="100012" y="94328"/>
                  </a:lnTo>
                  <a:lnTo>
                    <a:pt x="100862" y="90055"/>
                  </a:lnTo>
                  <a:lnTo>
                    <a:pt x="100978" y="89470"/>
                  </a:lnTo>
                  <a:lnTo>
                    <a:pt x="131723" y="58237"/>
                  </a:lnTo>
                  <a:lnTo>
                    <a:pt x="137191" y="57150"/>
                  </a:lnTo>
                  <a:lnTo>
                    <a:pt x="148558" y="57150"/>
                  </a:lnTo>
                  <a:lnTo>
                    <a:pt x="180299" y="78358"/>
                  </a:lnTo>
                  <a:lnTo>
                    <a:pt x="185737" y="94328"/>
                  </a:lnTo>
                  <a:lnTo>
                    <a:pt x="185737" y="105696"/>
                  </a:lnTo>
                  <a:lnTo>
                    <a:pt x="164528" y="137437"/>
                  </a:lnTo>
                  <a:lnTo>
                    <a:pt x="154026" y="141787"/>
                  </a:lnTo>
                  <a:lnTo>
                    <a:pt x="148558" y="142874"/>
                  </a:lnTo>
                  <a:close/>
                </a:path>
                <a:path w="285750" h="228600">
                  <a:moveTo>
                    <a:pt x="105102" y="142874"/>
                  </a:moveTo>
                  <a:lnTo>
                    <a:pt x="4286" y="142874"/>
                  </a:lnTo>
                  <a:lnTo>
                    <a:pt x="0" y="138588"/>
                  </a:lnTo>
                  <a:lnTo>
                    <a:pt x="0" y="133364"/>
                  </a:lnTo>
                  <a:lnTo>
                    <a:pt x="3745" y="114826"/>
                  </a:lnTo>
                  <a:lnTo>
                    <a:pt x="13958" y="99683"/>
                  </a:lnTo>
                  <a:lnTo>
                    <a:pt x="29101" y="89470"/>
                  </a:lnTo>
                  <a:lnTo>
                    <a:pt x="47639" y="85725"/>
                  </a:lnTo>
                  <a:lnTo>
                    <a:pt x="73803" y="85725"/>
                  </a:lnTo>
                  <a:lnTo>
                    <a:pt x="80353" y="87243"/>
                  </a:lnTo>
                  <a:lnTo>
                    <a:pt x="83996" y="88860"/>
                  </a:lnTo>
                  <a:lnTo>
                    <a:pt x="86617" y="90055"/>
                  </a:lnTo>
                  <a:lnTo>
                    <a:pt x="86037" y="93270"/>
                  </a:lnTo>
                  <a:lnTo>
                    <a:pt x="85769" y="96619"/>
                  </a:lnTo>
                  <a:lnTo>
                    <a:pt x="85769" y="100012"/>
                  </a:lnTo>
                  <a:lnTo>
                    <a:pt x="87126" y="112429"/>
                  </a:lnTo>
                  <a:lnTo>
                    <a:pt x="90999" y="123904"/>
                  </a:lnTo>
                  <a:lnTo>
                    <a:pt x="97090" y="134149"/>
                  </a:lnTo>
                  <a:lnTo>
                    <a:pt x="105102" y="142874"/>
                  </a:lnTo>
                  <a:close/>
                </a:path>
                <a:path w="285750" h="228600">
                  <a:moveTo>
                    <a:pt x="281463" y="142874"/>
                  </a:moveTo>
                  <a:lnTo>
                    <a:pt x="180647" y="142874"/>
                  </a:lnTo>
                  <a:lnTo>
                    <a:pt x="188678" y="134149"/>
                  </a:lnTo>
                  <a:lnTo>
                    <a:pt x="194767" y="123904"/>
                  </a:lnTo>
                  <a:lnTo>
                    <a:pt x="198629" y="112429"/>
                  </a:lnTo>
                  <a:lnTo>
                    <a:pt x="199980" y="100012"/>
                  </a:lnTo>
                  <a:lnTo>
                    <a:pt x="199980" y="96619"/>
                  </a:lnTo>
                  <a:lnTo>
                    <a:pt x="199763" y="94328"/>
                  </a:lnTo>
                  <a:lnTo>
                    <a:pt x="199660" y="93270"/>
                  </a:lnTo>
                  <a:lnTo>
                    <a:pt x="199132" y="90055"/>
                  </a:lnTo>
                  <a:lnTo>
                    <a:pt x="205204" y="87243"/>
                  </a:lnTo>
                  <a:lnTo>
                    <a:pt x="211946" y="85725"/>
                  </a:lnTo>
                  <a:lnTo>
                    <a:pt x="238110" y="85725"/>
                  </a:lnTo>
                  <a:lnTo>
                    <a:pt x="256648" y="89470"/>
                  </a:lnTo>
                  <a:lnTo>
                    <a:pt x="271791" y="99683"/>
                  </a:lnTo>
                  <a:lnTo>
                    <a:pt x="282004" y="114826"/>
                  </a:lnTo>
                  <a:lnTo>
                    <a:pt x="285750" y="133364"/>
                  </a:lnTo>
                  <a:lnTo>
                    <a:pt x="285750" y="138588"/>
                  </a:lnTo>
                  <a:lnTo>
                    <a:pt x="281463" y="142874"/>
                  </a:lnTo>
                  <a:close/>
                </a:path>
                <a:path w="285750" h="228600">
                  <a:moveTo>
                    <a:pt x="223286" y="228600"/>
                  </a:moveTo>
                  <a:lnTo>
                    <a:pt x="62507" y="228600"/>
                  </a:lnTo>
                  <a:lnTo>
                    <a:pt x="57150" y="223242"/>
                  </a:lnTo>
                  <a:lnTo>
                    <a:pt x="57150" y="216678"/>
                  </a:lnTo>
                  <a:lnTo>
                    <a:pt x="61828" y="193516"/>
                  </a:lnTo>
                  <a:lnTo>
                    <a:pt x="74585" y="174597"/>
                  </a:lnTo>
                  <a:lnTo>
                    <a:pt x="93503" y="161840"/>
                  </a:lnTo>
                  <a:lnTo>
                    <a:pt x="116666" y="157162"/>
                  </a:lnTo>
                  <a:lnTo>
                    <a:pt x="169083" y="157162"/>
                  </a:lnTo>
                  <a:lnTo>
                    <a:pt x="192246" y="161840"/>
                  </a:lnTo>
                  <a:lnTo>
                    <a:pt x="211164" y="174597"/>
                  </a:lnTo>
                  <a:lnTo>
                    <a:pt x="223921" y="193516"/>
                  </a:lnTo>
                  <a:lnTo>
                    <a:pt x="228600" y="216678"/>
                  </a:lnTo>
                  <a:lnTo>
                    <a:pt x="228600" y="223242"/>
                  </a:lnTo>
                  <a:lnTo>
                    <a:pt x="223286" y="228600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412084" y="6475539"/>
            <a:ext cx="969644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강의자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10" dirty="0">
                <a:latin typeface="Arial"/>
                <a:cs typeface="Arial"/>
              </a:rPr>
              <a:t>→</a:t>
            </a:r>
            <a:r>
              <a:rPr sz="1150" spc="-20" dirty="0">
                <a:latin typeface="Arial"/>
                <a:cs typeface="Arial"/>
              </a:rPr>
              <a:t> </a:t>
            </a:r>
            <a:r>
              <a:rPr sz="1150" spc="-175" dirty="0">
                <a:latin typeface="Dotum"/>
                <a:cs typeface="Dotum"/>
              </a:rPr>
              <a:t>질문자</a:t>
            </a:r>
            <a:endParaRPr sz="1150">
              <a:latin typeface="Dotum"/>
              <a:cs typeface="Dotum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579469" y="6475539"/>
            <a:ext cx="969644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통제자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10" dirty="0">
                <a:latin typeface="Arial"/>
                <a:cs typeface="Arial"/>
              </a:rPr>
              <a:t>→</a:t>
            </a:r>
            <a:r>
              <a:rPr sz="1150" spc="-20" dirty="0">
                <a:latin typeface="Arial"/>
                <a:cs typeface="Arial"/>
              </a:rPr>
              <a:t> </a:t>
            </a:r>
            <a:r>
              <a:rPr sz="1150" spc="-175" dirty="0">
                <a:latin typeface="Dotum"/>
                <a:cs typeface="Dotum"/>
              </a:rPr>
              <a:t>안내자</a:t>
            </a:r>
            <a:endParaRPr sz="1150">
              <a:latin typeface="Dotum"/>
              <a:cs typeface="Dotum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746852" y="6475539"/>
            <a:ext cx="969644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190" dirty="0">
                <a:latin typeface="Dotum"/>
                <a:cs typeface="Dotum"/>
              </a:rPr>
              <a:t>평가자</a:t>
            </a:r>
            <a:r>
              <a:rPr sz="1150" spc="-85" dirty="0">
                <a:latin typeface="Dotum"/>
                <a:cs typeface="Dotum"/>
              </a:rPr>
              <a:t> </a:t>
            </a:r>
            <a:r>
              <a:rPr sz="1150" spc="-110" dirty="0">
                <a:latin typeface="Arial"/>
                <a:cs typeface="Arial"/>
              </a:rPr>
              <a:t>→</a:t>
            </a:r>
            <a:r>
              <a:rPr sz="1150" spc="-20" dirty="0">
                <a:latin typeface="Arial"/>
                <a:cs typeface="Arial"/>
              </a:rPr>
              <a:t> </a:t>
            </a:r>
            <a:r>
              <a:rPr sz="1150" spc="-175" dirty="0">
                <a:latin typeface="Dotum"/>
                <a:cs typeface="Dotum"/>
              </a:rPr>
              <a:t>조력자</a:t>
            </a:r>
            <a:endParaRPr sz="1150">
              <a:latin typeface="Dotum"/>
              <a:cs typeface="Dotum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066800" y="2171700"/>
            <a:ext cx="714375" cy="571500"/>
          </a:xfrm>
          <a:custGeom>
            <a:avLst/>
            <a:gdLst/>
            <a:ahLst/>
            <a:cxnLst/>
            <a:rect l="l" t="t" r="r" b="b"/>
            <a:pathLst>
              <a:path w="714375" h="571500">
                <a:moveTo>
                  <a:pt x="250031" y="126243"/>
                </a:moveTo>
                <a:lnTo>
                  <a:pt x="233673" y="118128"/>
                </a:lnTo>
                <a:lnTo>
                  <a:pt x="216196" y="112137"/>
                </a:lnTo>
                <a:lnTo>
                  <a:pt x="197776" y="108427"/>
                </a:lnTo>
                <a:lnTo>
                  <a:pt x="178593" y="107156"/>
                </a:lnTo>
                <a:lnTo>
                  <a:pt x="178593" y="71437"/>
                </a:lnTo>
                <a:lnTo>
                  <a:pt x="184214" y="43652"/>
                </a:lnTo>
                <a:lnTo>
                  <a:pt x="199536" y="20942"/>
                </a:lnTo>
                <a:lnTo>
                  <a:pt x="222246" y="5621"/>
                </a:lnTo>
                <a:lnTo>
                  <a:pt x="250031" y="0"/>
                </a:lnTo>
                <a:lnTo>
                  <a:pt x="642937" y="0"/>
                </a:lnTo>
                <a:lnTo>
                  <a:pt x="670722" y="5621"/>
                </a:lnTo>
                <a:lnTo>
                  <a:pt x="693432" y="20942"/>
                </a:lnTo>
                <a:lnTo>
                  <a:pt x="708753" y="43652"/>
                </a:lnTo>
                <a:lnTo>
                  <a:pt x="714375" y="71437"/>
                </a:lnTo>
                <a:lnTo>
                  <a:pt x="250031" y="71437"/>
                </a:lnTo>
                <a:lnTo>
                  <a:pt x="250031" y="126243"/>
                </a:lnTo>
                <a:close/>
              </a:path>
              <a:path w="714375" h="571500">
                <a:moveTo>
                  <a:pt x="642937" y="464343"/>
                </a:moveTo>
                <a:lnTo>
                  <a:pt x="375939" y="464343"/>
                </a:lnTo>
                <a:lnTo>
                  <a:pt x="364775" y="443763"/>
                </a:lnTo>
                <a:lnTo>
                  <a:pt x="351173" y="424857"/>
                </a:lnTo>
                <a:lnTo>
                  <a:pt x="335332" y="407835"/>
                </a:lnTo>
                <a:lnTo>
                  <a:pt x="317450" y="392906"/>
                </a:lnTo>
                <a:lnTo>
                  <a:pt x="642937" y="392906"/>
                </a:lnTo>
                <a:lnTo>
                  <a:pt x="642937" y="71437"/>
                </a:lnTo>
                <a:lnTo>
                  <a:pt x="714375" y="71437"/>
                </a:lnTo>
                <a:lnTo>
                  <a:pt x="714375" y="392906"/>
                </a:lnTo>
                <a:lnTo>
                  <a:pt x="708753" y="420691"/>
                </a:lnTo>
                <a:lnTo>
                  <a:pt x="693432" y="443400"/>
                </a:lnTo>
                <a:lnTo>
                  <a:pt x="670722" y="458722"/>
                </a:lnTo>
                <a:lnTo>
                  <a:pt x="642937" y="464343"/>
                </a:lnTo>
                <a:close/>
              </a:path>
              <a:path w="714375" h="571500">
                <a:moveTo>
                  <a:pt x="185629" y="357187"/>
                </a:moveTo>
                <a:lnTo>
                  <a:pt x="171557" y="357187"/>
                </a:lnTo>
                <a:lnTo>
                  <a:pt x="164589" y="356501"/>
                </a:lnTo>
                <a:lnTo>
                  <a:pt x="124911" y="343037"/>
                </a:lnTo>
                <a:lnTo>
                  <a:pt x="93405" y="315414"/>
                </a:lnTo>
                <a:lnTo>
                  <a:pt x="74869" y="277837"/>
                </a:lnTo>
                <a:lnTo>
                  <a:pt x="71437" y="257067"/>
                </a:lnTo>
                <a:lnTo>
                  <a:pt x="71437" y="242995"/>
                </a:lnTo>
                <a:lnTo>
                  <a:pt x="82286" y="202523"/>
                </a:lnTo>
                <a:lnTo>
                  <a:pt x="107798" y="169285"/>
                </a:lnTo>
                <a:lnTo>
                  <a:pt x="144087" y="148339"/>
                </a:lnTo>
                <a:lnTo>
                  <a:pt x="171557" y="142875"/>
                </a:lnTo>
                <a:lnTo>
                  <a:pt x="185629" y="142875"/>
                </a:lnTo>
                <a:lnTo>
                  <a:pt x="226101" y="153724"/>
                </a:lnTo>
                <a:lnTo>
                  <a:pt x="259339" y="179235"/>
                </a:lnTo>
                <a:lnTo>
                  <a:pt x="280285" y="215524"/>
                </a:lnTo>
                <a:lnTo>
                  <a:pt x="285749" y="242995"/>
                </a:lnTo>
                <a:lnTo>
                  <a:pt x="285749" y="257067"/>
                </a:lnTo>
                <a:lnTo>
                  <a:pt x="274900" y="297538"/>
                </a:lnTo>
                <a:lnTo>
                  <a:pt x="249389" y="330777"/>
                </a:lnTo>
                <a:lnTo>
                  <a:pt x="213100" y="351723"/>
                </a:lnTo>
                <a:lnTo>
                  <a:pt x="185629" y="357187"/>
                </a:lnTo>
                <a:close/>
              </a:path>
              <a:path w="714375" h="571500">
                <a:moveTo>
                  <a:pt x="571500" y="392906"/>
                </a:moveTo>
                <a:lnTo>
                  <a:pt x="428625" y="392906"/>
                </a:lnTo>
                <a:lnTo>
                  <a:pt x="428625" y="357187"/>
                </a:lnTo>
                <a:lnTo>
                  <a:pt x="431427" y="343271"/>
                </a:lnTo>
                <a:lnTo>
                  <a:pt x="439075" y="331919"/>
                </a:lnTo>
                <a:lnTo>
                  <a:pt x="450427" y="324271"/>
                </a:lnTo>
                <a:lnTo>
                  <a:pt x="464343" y="321468"/>
                </a:lnTo>
                <a:lnTo>
                  <a:pt x="535781" y="321468"/>
                </a:lnTo>
                <a:lnTo>
                  <a:pt x="568697" y="343271"/>
                </a:lnTo>
                <a:lnTo>
                  <a:pt x="571500" y="392906"/>
                </a:lnTo>
                <a:close/>
              </a:path>
              <a:path w="714375" h="571500">
                <a:moveTo>
                  <a:pt x="327384" y="571500"/>
                </a:moveTo>
                <a:lnTo>
                  <a:pt x="29802" y="571500"/>
                </a:lnTo>
                <a:lnTo>
                  <a:pt x="18153" y="569150"/>
                </a:lnTo>
                <a:lnTo>
                  <a:pt x="8678" y="562751"/>
                </a:lnTo>
                <a:lnTo>
                  <a:pt x="2324" y="553276"/>
                </a:lnTo>
                <a:lnTo>
                  <a:pt x="0" y="541697"/>
                </a:lnTo>
                <a:lnTo>
                  <a:pt x="7587" y="494676"/>
                </a:lnTo>
                <a:lnTo>
                  <a:pt x="28714" y="453832"/>
                </a:lnTo>
                <a:lnTo>
                  <a:pt x="60926" y="421620"/>
                </a:lnTo>
                <a:lnTo>
                  <a:pt x="101769" y="400493"/>
                </a:lnTo>
                <a:lnTo>
                  <a:pt x="148790" y="392906"/>
                </a:lnTo>
                <a:lnTo>
                  <a:pt x="208284" y="392906"/>
                </a:lnTo>
                <a:lnTo>
                  <a:pt x="255360" y="400493"/>
                </a:lnTo>
                <a:lnTo>
                  <a:pt x="296237" y="421620"/>
                </a:lnTo>
                <a:lnTo>
                  <a:pt x="328466" y="453832"/>
                </a:lnTo>
                <a:lnTo>
                  <a:pt x="349599" y="494676"/>
                </a:lnTo>
                <a:lnTo>
                  <a:pt x="357187" y="541697"/>
                </a:lnTo>
                <a:lnTo>
                  <a:pt x="354853" y="553276"/>
                </a:lnTo>
                <a:lnTo>
                  <a:pt x="348481" y="562751"/>
                </a:lnTo>
                <a:lnTo>
                  <a:pt x="339010" y="569150"/>
                </a:lnTo>
                <a:lnTo>
                  <a:pt x="327384" y="571500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0" y="7019924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9" y="704849"/>
            <a:ext cx="76200" cy="542925"/>
          </a:xfrm>
          <a:custGeom>
            <a:avLst/>
            <a:gdLst/>
            <a:ahLst/>
            <a:cxnLst/>
            <a:rect l="l" t="t" r="r" b="b"/>
            <a:pathLst>
              <a:path w="76200" h="542925">
                <a:moveTo>
                  <a:pt x="76199" y="542924"/>
                </a:moveTo>
                <a:lnTo>
                  <a:pt x="0" y="542924"/>
                </a:lnTo>
                <a:lnTo>
                  <a:pt x="0" y="0"/>
                </a:lnTo>
                <a:lnTo>
                  <a:pt x="76199" y="0"/>
                </a:lnTo>
                <a:lnTo>
                  <a:pt x="76199" y="542924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150" spc="-185" dirty="0">
                <a:latin typeface="Georgia Pro Cond"/>
                <a:cs typeface="Georgia Pro Cond"/>
              </a:rPr>
              <a:t>10.</a:t>
            </a:r>
            <a:r>
              <a:rPr sz="3150" spc="-20" dirty="0">
                <a:latin typeface="Georgia Pro Cond"/>
                <a:cs typeface="Georgia Pro Cond"/>
              </a:rPr>
              <a:t> </a:t>
            </a:r>
            <a:r>
              <a:rPr spc="-630" dirty="0"/>
              <a:t>결론</a:t>
            </a:r>
            <a:r>
              <a:rPr spc="-400" dirty="0"/>
              <a:t> </a:t>
            </a:r>
            <a:r>
              <a:rPr spc="-610" dirty="0"/>
              <a:t>및</a:t>
            </a:r>
            <a:r>
              <a:rPr spc="-400" dirty="0"/>
              <a:t> </a:t>
            </a:r>
            <a:r>
              <a:rPr spc="-630" dirty="0"/>
              <a:t>향후</a:t>
            </a:r>
            <a:r>
              <a:rPr spc="-395" dirty="0"/>
              <a:t> </a:t>
            </a:r>
            <a:r>
              <a:rPr spc="-655" dirty="0"/>
              <a:t>과제</a:t>
            </a:r>
            <a:endParaRPr sz="3150">
              <a:latin typeface="Georgia Pro Cond"/>
              <a:cs typeface="Georgia Pro Cond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95824" y="857249"/>
            <a:ext cx="6734175" cy="2000250"/>
            <a:chOff x="4695824" y="857249"/>
            <a:chExt cx="6734175" cy="2000250"/>
          </a:xfrm>
        </p:grpSpPr>
        <p:sp>
          <p:nvSpPr>
            <p:cNvPr id="5" name="object 5"/>
            <p:cNvSpPr/>
            <p:nvPr/>
          </p:nvSpPr>
          <p:spPr>
            <a:xfrm>
              <a:off x="4714874" y="857249"/>
              <a:ext cx="6715125" cy="2000250"/>
            </a:xfrm>
            <a:custGeom>
              <a:avLst/>
              <a:gdLst/>
              <a:ahLst/>
              <a:cxnLst/>
              <a:rect l="l" t="t" r="r" b="b"/>
              <a:pathLst>
                <a:path w="6715125" h="2000250">
                  <a:moveTo>
                    <a:pt x="6643927" y="2000249"/>
                  </a:moveTo>
                  <a:lnTo>
                    <a:pt x="0" y="2000249"/>
                  </a:lnTo>
                  <a:lnTo>
                    <a:pt x="0" y="0"/>
                  </a:lnTo>
                  <a:lnTo>
                    <a:pt x="6643927" y="0"/>
                  </a:lnTo>
                  <a:lnTo>
                    <a:pt x="6648882" y="488"/>
                  </a:lnTo>
                  <a:lnTo>
                    <a:pt x="6685418" y="15621"/>
                  </a:lnTo>
                  <a:lnTo>
                    <a:pt x="6711237" y="51661"/>
                  </a:lnTo>
                  <a:lnTo>
                    <a:pt x="6715123" y="71196"/>
                  </a:lnTo>
                  <a:lnTo>
                    <a:pt x="6715123" y="1929053"/>
                  </a:lnTo>
                  <a:lnTo>
                    <a:pt x="6699500" y="1970544"/>
                  </a:lnTo>
                  <a:lnTo>
                    <a:pt x="6663461" y="1996363"/>
                  </a:lnTo>
                  <a:lnTo>
                    <a:pt x="6643927" y="2000249"/>
                  </a:lnTo>
                  <a:close/>
                </a:path>
              </a:pathLst>
            </a:custGeom>
            <a:solidFill>
              <a:srgbClr val="F0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95824" y="857249"/>
              <a:ext cx="38100" cy="2000250"/>
            </a:xfrm>
            <a:custGeom>
              <a:avLst/>
              <a:gdLst/>
              <a:ahLst/>
              <a:cxnLst/>
              <a:rect l="l" t="t" r="r" b="b"/>
              <a:pathLst>
                <a:path w="38100" h="2000250">
                  <a:moveTo>
                    <a:pt x="38099" y="2000249"/>
                  </a:moveTo>
                  <a:lnTo>
                    <a:pt x="0" y="200024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2000249"/>
                  </a:lnTo>
                  <a:close/>
                </a:path>
              </a:pathLst>
            </a:custGeom>
            <a:solidFill>
              <a:srgbClr val="1D40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4089" y="1069181"/>
              <a:ext cx="238459" cy="16694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695824" y="3047999"/>
            <a:ext cx="6734175" cy="1981200"/>
            <a:chOff x="4695824" y="3047999"/>
            <a:chExt cx="6734175" cy="1981200"/>
          </a:xfrm>
        </p:grpSpPr>
        <p:sp>
          <p:nvSpPr>
            <p:cNvPr id="9" name="object 9"/>
            <p:cNvSpPr/>
            <p:nvPr/>
          </p:nvSpPr>
          <p:spPr>
            <a:xfrm>
              <a:off x="4695824" y="3047999"/>
              <a:ext cx="6734175" cy="1981200"/>
            </a:xfrm>
            <a:custGeom>
              <a:avLst/>
              <a:gdLst/>
              <a:ahLst/>
              <a:cxnLst/>
              <a:rect l="l" t="t" r="r" b="b"/>
              <a:pathLst>
                <a:path w="6734175" h="1981200">
                  <a:moveTo>
                    <a:pt x="6662977" y="1981199"/>
                  </a:moveTo>
                  <a:lnTo>
                    <a:pt x="71196" y="1981199"/>
                  </a:lnTo>
                  <a:lnTo>
                    <a:pt x="66241" y="1980711"/>
                  </a:lnTo>
                  <a:lnTo>
                    <a:pt x="29705" y="1965578"/>
                  </a:lnTo>
                  <a:lnTo>
                    <a:pt x="3885" y="1929537"/>
                  </a:lnTo>
                  <a:lnTo>
                    <a:pt x="0" y="1910003"/>
                  </a:lnTo>
                  <a:lnTo>
                    <a:pt x="0" y="1904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6662977" y="0"/>
                  </a:lnTo>
                  <a:lnTo>
                    <a:pt x="6704468" y="15621"/>
                  </a:lnTo>
                  <a:lnTo>
                    <a:pt x="6730287" y="51661"/>
                  </a:lnTo>
                  <a:lnTo>
                    <a:pt x="6734173" y="71196"/>
                  </a:lnTo>
                  <a:lnTo>
                    <a:pt x="6734173" y="1910003"/>
                  </a:lnTo>
                  <a:lnTo>
                    <a:pt x="6718551" y="1951494"/>
                  </a:lnTo>
                  <a:lnTo>
                    <a:pt x="6682511" y="1977313"/>
                  </a:lnTo>
                  <a:lnTo>
                    <a:pt x="6667932" y="1980711"/>
                  </a:lnTo>
                  <a:lnTo>
                    <a:pt x="6662977" y="19811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5431" y="3258889"/>
              <a:ext cx="191392" cy="1617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6324" y="3656647"/>
              <a:ext cx="134272" cy="11620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3874" y="3656647"/>
              <a:ext cx="134272" cy="1162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6324" y="4132897"/>
              <a:ext cx="134272" cy="11620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3874" y="4132897"/>
              <a:ext cx="134272" cy="1162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6324" y="4609147"/>
              <a:ext cx="134272" cy="1162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43874" y="4609147"/>
              <a:ext cx="134272" cy="11620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229175" y="1000760"/>
            <a:ext cx="263906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협동학습을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통한</a:t>
            </a:r>
            <a:r>
              <a:rPr sz="1700" b="1" spc="-170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25" dirty="0">
                <a:solidFill>
                  <a:srgbClr val="1D40AF"/>
                </a:solidFill>
                <a:latin typeface="Malgun Gothic"/>
                <a:cs typeface="Malgun Gothic"/>
              </a:rPr>
              <a:t>전인교육의</a:t>
            </a:r>
            <a:r>
              <a:rPr sz="1700" b="1" spc="-175" dirty="0">
                <a:solidFill>
                  <a:srgbClr val="1D40AF"/>
                </a:solidFill>
                <a:latin typeface="Malgun Gothic"/>
                <a:cs typeface="Malgun Gothic"/>
              </a:rPr>
              <a:t> </a:t>
            </a:r>
            <a:r>
              <a:rPr sz="1700" b="1" spc="-350" dirty="0">
                <a:solidFill>
                  <a:srgbClr val="1D40AF"/>
                </a:solidFill>
                <a:latin typeface="Malgun Gothic"/>
                <a:cs typeface="Malgun Gothic"/>
              </a:rPr>
              <a:t>방향</a:t>
            </a:r>
            <a:endParaRPr sz="1700">
              <a:latin typeface="Malgun Gothic"/>
              <a:cs typeface="Malgun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24424" y="1447799"/>
            <a:ext cx="152400" cy="1123950"/>
            <a:chOff x="4924424" y="1447799"/>
            <a:chExt cx="152400" cy="1123950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4424" y="1447799"/>
              <a:ext cx="152399" cy="1523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4424" y="1771649"/>
              <a:ext cx="152399" cy="1523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4424" y="2095499"/>
              <a:ext cx="152399" cy="1523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4424" y="2419349"/>
              <a:ext cx="152399" cy="15239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181550" y="1288567"/>
            <a:ext cx="4232275" cy="1320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7325">
              <a:lnSpc>
                <a:spcPct val="157400"/>
              </a:lnSpc>
              <a:spcBef>
                <a:spcPts val="95"/>
              </a:spcBef>
            </a:pPr>
            <a:r>
              <a:rPr sz="1350" b="1" spc="-260" dirty="0">
                <a:latin typeface="Malgun Gothic"/>
                <a:cs typeface="Malgun Gothic"/>
              </a:rPr>
              <a:t>인지적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역량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25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문제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해결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능력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창의적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10" dirty="0">
                <a:latin typeface="Dotum"/>
                <a:cs typeface="Dotum"/>
              </a:rPr>
              <a:t>사고력</a:t>
            </a:r>
            <a:r>
              <a:rPr sz="1350" spc="-210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전략적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사고력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함양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정의적</a:t>
            </a:r>
            <a:r>
              <a:rPr sz="1350" b="1" spc="-12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역량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20" dirty="0">
                <a:latin typeface="Arial"/>
                <a:cs typeface="Arial"/>
              </a:rPr>
              <a:t> </a:t>
            </a:r>
            <a:r>
              <a:rPr sz="1350" spc="-195" dirty="0">
                <a:latin typeface="Dotum"/>
                <a:cs typeface="Dotum"/>
              </a:rPr>
              <a:t>배려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5" dirty="0">
                <a:latin typeface="Microsoft Sans Serif"/>
                <a:cs typeface="Microsoft Sans Serif"/>
              </a:rPr>
              <a:t> </a:t>
            </a:r>
            <a:r>
              <a:rPr sz="1350" spc="-195" dirty="0">
                <a:latin typeface="Dotum"/>
                <a:cs typeface="Dotum"/>
              </a:rPr>
              <a:t>존중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dirty="0">
                <a:latin typeface="Microsoft Sans Serif"/>
                <a:cs typeface="Microsoft Sans Serif"/>
              </a:rPr>
              <a:t> </a:t>
            </a:r>
            <a:r>
              <a:rPr sz="1350" spc="-210" dirty="0">
                <a:latin typeface="Dotum"/>
                <a:cs typeface="Dotum"/>
              </a:rPr>
              <a:t>책임감</a:t>
            </a:r>
            <a:r>
              <a:rPr sz="1350" spc="-210" dirty="0">
                <a:latin typeface="Microsoft Sans Serif"/>
                <a:cs typeface="Microsoft Sans Serif"/>
              </a:rPr>
              <a:t>,</a:t>
            </a:r>
            <a:r>
              <a:rPr sz="1350" spc="-5" dirty="0">
                <a:latin typeface="Microsoft Sans Serif"/>
                <a:cs typeface="Microsoft Sans Serif"/>
              </a:rPr>
              <a:t> </a:t>
            </a:r>
            <a:r>
              <a:rPr sz="1350" spc="-210" dirty="0">
                <a:latin typeface="Dotum"/>
                <a:cs typeface="Dotum"/>
              </a:rPr>
              <a:t>성취감</a:t>
            </a:r>
            <a:r>
              <a:rPr sz="1350" spc="-210" dirty="0">
                <a:latin typeface="Microsoft Sans Serif"/>
                <a:cs typeface="Microsoft Sans Serif"/>
              </a:rPr>
              <a:t>,</a:t>
            </a:r>
            <a:r>
              <a:rPr sz="1350" spc="-5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자존감</a:t>
            </a:r>
            <a:r>
              <a:rPr sz="1350" spc="-9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고취</a:t>
            </a:r>
            <a:endParaRPr sz="1350">
              <a:latin typeface="Dotum"/>
              <a:cs typeface="Dotum"/>
            </a:endParaRPr>
          </a:p>
          <a:p>
            <a:pPr marL="12700" marR="5080">
              <a:lnSpc>
                <a:spcPct val="157400"/>
              </a:lnSpc>
              <a:spcBef>
                <a:spcPts val="5"/>
              </a:spcBef>
            </a:pPr>
            <a:r>
              <a:rPr sz="1350" b="1" spc="-260" dirty="0">
                <a:latin typeface="Malgun Gothic"/>
                <a:cs typeface="Malgun Gothic"/>
              </a:rPr>
              <a:t>사회적</a:t>
            </a:r>
            <a:r>
              <a:rPr sz="1350" b="1" spc="-125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역량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25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의사소통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능력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갈등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해결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능력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5" dirty="0">
                <a:latin typeface="Microsoft Sans Serif"/>
                <a:cs typeface="Microsoft Sans Serif"/>
              </a:rPr>
              <a:t> </a:t>
            </a:r>
            <a:r>
              <a:rPr sz="1350" spc="-210" dirty="0">
                <a:latin typeface="Dotum"/>
                <a:cs typeface="Dotum"/>
              </a:rPr>
              <a:t>리더십</a:t>
            </a:r>
            <a:r>
              <a:rPr sz="1350" spc="-210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팔로워십</a:t>
            </a:r>
            <a:r>
              <a:rPr sz="1350" spc="-95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개발</a:t>
            </a:r>
            <a:r>
              <a:rPr sz="1350" spc="500" dirty="0">
                <a:latin typeface="Dotum"/>
                <a:cs typeface="Dotum"/>
              </a:rPr>
              <a:t> </a:t>
            </a:r>
            <a:r>
              <a:rPr sz="1350" b="1" spc="-260" dirty="0">
                <a:latin typeface="Malgun Gothic"/>
                <a:cs typeface="Malgun Gothic"/>
              </a:rPr>
              <a:t>신체적</a:t>
            </a:r>
            <a:r>
              <a:rPr sz="1350" b="1" spc="-130" dirty="0">
                <a:latin typeface="Malgun Gothic"/>
                <a:cs typeface="Malgun Gothic"/>
              </a:rPr>
              <a:t> </a:t>
            </a:r>
            <a:r>
              <a:rPr sz="1350" b="1" spc="-200" dirty="0">
                <a:latin typeface="Malgun Gothic"/>
                <a:cs typeface="Malgun Gothic"/>
              </a:rPr>
              <a:t>역량</a:t>
            </a:r>
            <a:r>
              <a:rPr sz="1350" b="1" spc="-200" dirty="0">
                <a:latin typeface="Arial"/>
                <a:cs typeface="Arial"/>
              </a:rPr>
              <a:t>:</a:t>
            </a:r>
            <a:r>
              <a:rPr sz="1350" b="1" spc="-25" dirty="0">
                <a:latin typeface="Arial"/>
                <a:cs typeface="Arial"/>
              </a:rPr>
              <a:t> </a:t>
            </a:r>
            <a:r>
              <a:rPr sz="1350" spc="-260" dirty="0">
                <a:latin typeface="Dotum"/>
                <a:cs typeface="Dotum"/>
              </a:rPr>
              <a:t>기본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운동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195" dirty="0">
                <a:latin typeface="Dotum"/>
                <a:cs typeface="Dotum"/>
              </a:rPr>
              <a:t>능력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195" dirty="0">
                <a:latin typeface="Dotum"/>
                <a:cs typeface="Dotum"/>
              </a:rPr>
              <a:t>체력</a:t>
            </a:r>
            <a:r>
              <a:rPr sz="1350" spc="-195" dirty="0">
                <a:latin typeface="Microsoft Sans Serif"/>
                <a:cs typeface="Microsoft Sans Serif"/>
              </a:rPr>
              <a:t>,</a:t>
            </a:r>
            <a:r>
              <a:rPr sz="1350" spc="-10" dirty="0">
                <a:latin typeface="Microsoft Sans Serif"/>
                <a:cs typeface="Microsoft Sans Serif"/>
              </a:rPr>
              <a:t> </a:t>
            </a:r>
            <a:r>
              <a:rPr sz="1350" spc="-260" dirty="0">
                <a:latin typeface="Dotum"/>
                <a:cs typeface="Dotum"/>
              </a:rPr>
              <a:t>건강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관리</a:t>
            </a:r>
            <a:r>
              <a:rPr sz="1350" spc="-105" dirty="0">
                <a:latin typeface="Dotum"/>
                <a:cs typeface="Dotum"/>
              </a:rPr>
              <a:t> </a:t>
            </a:r>
            <a:r>
              <a:rPr sz="1350" spc="-260" dirty="0">
                <a:latin typeface="Dotum"/>
                <a:cs typeface="Dotum"/>
              </a:rPr>
              <a:t>능력</a:t>
            </a:r>
            <a:r>
              <a:rPr sz="1350" spc="-100" dirty="0">
                <a:latin typeface="Dotum"/>
                <a:cs typeface="Dotum"/>
              </a:rPr>
              <a:t> </a:t>
            </a:r>
            <a:r>
              <a:rPr sz="1350" spc="-285" dirty="0">
                <a:latin typeface="Dotum"/>
                <a:cs typeface="Dotum"/>
              </a:rPr>
              <a:t>향상</a:t>
            </a:r>
            <a:endParaRPr sz="1350">
              <a:latin typeface="Dotum"/>
              <a:cs typeface="Dotum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215">
              <a:lnSpc>
                <a:spcPct val="100000"/>
              </a:lnSpc>
              <a:spcBef>
                <a:spcPts val="95"/>
              </a:spcBef>
            </a:pPr>
            <a:r>
              <a:rPr spc="-325" dirty="0"/>
              <a:t>미래</a:t>
            </a:r>
            <a:r>
              <a:rPr spc="-175" dirty="0"/>
              <a:t> </a:t>
            </a:r>
            <a:r>
              <a:rPr spc="-325" dirty="0"/>
              <a:t>체육교육에서의</a:t>
            </a:r>
            <a:r>
              <a:rPr spc="-175" dirty="0"/>
              <a:t> </a:t>
            </a:r>
            <a:r>
              <a:rPr spc="-325" dirty="0"/>
              <a:t>협동학습</a:t>
            </a:r>
            <a:r>
              <a:rPr spc="-175" dirty="0"/>
              <a:t> </a:t>
            </a:r>
            <a:r>
              <a:rPr spc="-325" dirty="0"/>
              <a:t>과제</a:t>
            </a:r>
            <a:r>
              <a:rPr spc="-170" dirty="0"/>
              <a:t> </a:t>
            </a:r>
            <a:r>
              <a:rPr spc="-325" dirty="0"/>
              <a:t>및</a:t>
            </a:r>
            <a:r>
              <a:rPr spc="-175" dirty="0"/>
              <a:t> </a:t>
            </a:r>
            <a:r>
              <a:rPr spc="-350" dirty="0"/>
              <a:t>전망</a:t>
            </a:r>
          </a:p>
          <a:p>
            <a:pPr marL="12700">
              <a:lnSpc>
                <a:spcPct val="100000"/>
              </a:lnSpc>
              <a:spcBef>
                <a:spcPts val="1160"/>
              </a:spcBef>
              <a:tabLst>
                <a:tab pos="3263265" algn="l"/>
              </a:tabLst>
            </a:pP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디지털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기술과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협동학습의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융합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방안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85" dirty="0">
                <a:solidFill>
                  <a:srgbClr val="000000"/>
                </a:solidFill>
                <a:latin typeface="Dotum"/>
                <a:cs typeface="Dotum"/>
              </a:rPr>
              <a:t>모색</a:t>
            </a:r>
            <a:r>
              <a:rPr sz="1350" b="0" dirty="0">
                <a:solidFill>
                  <a:srgbClr val="000000"/>
                </a:solidFill>
                <a:latin typeface="Dotum"/>
                <a:cs typeface="Dotum"/>
              </a:rPr>
              <a:t>	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학생</a:t>
            </a:r>
            <a:r>
              <a:rPr sz="1350" b="0" spc="-110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주도적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협동학습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환경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85" dirty="0">
                <a:solidFill>
                  <a:srgbClr val="000000"/>
                </a:solidFill>
                <a:latin typeface="Dotum"/>
                <a:cs typeface="Dotum"/>
              </a:rPr>
              <a:t>조성</a:t>
            </a:r>
            <a:endParaRPr sz="1350">
              <a:latin typeface="Dotum"/>
              <a:cs typeface="Dotum"/>
            </a:endParaRPr>
          </a:p>
          <a:p>
            <a:pPr marL="12700" marR="5080">
              <a:lnSpc>
                <a:spcPct val="231500"/>
              </a:lnSpc>
              <a:tabLst>
                <a:tab pos="3263265" algn="l"/>
              </a:tabLst>
            </a:pP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다양한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학습자를</a:t>
            </a:r>
            <a:r>
              <a:rPr sz="1350" b="0" spc="-100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포용하는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협동학습</a:t>
            </a:r>
            <a:r>
              <a:rPr sz="1350" b="0" spc="-100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85" dirty="0">
                <a:solidFill>
                  <a:srgbClr val="000000"/>
                </a:solidFill>
                <a:latin typeface="Dotum"/>
                <a:cs typeface="Dotum"/>
              </a:rPr>
              <a:t>설계</a:t>
            </a:r>
            <a:r>
              <a:rPr sz="1350" b="0" dirty="0">
                <a:solidFill>
                  <a:srgbClr val="000000"/>
                </a:solidFill>
                <a:latin typeface="Dotum"/>
                <a:cs typeface="Dotum"/>
              </a:rPr>
              <a:t>	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협동학습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평가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방법의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85" dirty="0">
                <a:solidFill>
                  <a:srgbClr val="000000"/>
                </a:solidFill>
                <a:latin typeface="Dotum"/>
                <a:cs typeface="Dotum"/>
              </a:rPr>
              <a:t>다양화</a:t>
            </a:r>
            <a:r>
              <a:rPr sz="1350" b="0" spc="500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교사</a:t>
            </a:r>
            <a:r>
              <a:rPr sz="1350" b="0" spc="-110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역량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강화</a:t>
            </a:r>
            <a:r>
              <a:rPr sz="1350" b="0" spc="-110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및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연수</a:t>
            </a:r>
            <a:r>
              <a:rPr sz="1350" b="0" spc="-110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프로그램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85" dirty="0">
                <a:solidFill>
                  <a:srgbClr val="000000"/>
                </a:solidFill>
                <a:latin typeface="Dotum"/>
                <a:cs typeface="Dotum"/>
              </a:rPr>
              <a:t>확대</a:t>
            </a:r>
            <a:r>
              <a:rPr sz="1350" b="0" dirty="0">
                <a:solidFill>
                  <a:srgbClr val="000000"/>
                </a:solidFill>
                <a:latin typeface="Dotum"/>
                <a:cs typeface="Dotum"/>
              </a:rPr>
              <a:t>	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지역사회와</a:t>
            </a:r>
            <a:r>
              <a:rPr sz="1350" b="0" spc="-105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연계한</a:t>
            </a:r>
            <a:r>
              <a:rPr sz="1350" b="0" spc="-100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60" dirty="0">
                <a:solidFill>
                  <a:srgbClr val="000000"/>
                </a:solidFill>
                <a:latin typeface="Dotum"/>
                <a:cs typeface="Dotum"/>
              </a:rPr>
              <a:t>협동학습</a:t>
            </a:r>
            <a:r>
              <a:rPr sz="1350" b="0" spc="-100" dirty="0">
                <a:solidFill>
                  <a:srgbClr val="000000"/>
                </a:solidFill>
                <a:latin typeface="Dotum"/>
                <a:cs typeface="Dotum"/>
              </a:rPr>
              <a:t> </a:t>
            </a:r>
            <a:r>
              <a:rPr sz="1350" b="0" spc="-285" dirty="0">
                <a:solidFill>
                  <a:srgbClr val="000000"/>
                </a:solidFill>
                <a:latin typeface="Dotum"/>
                <a:cs typeface="Dotum"/>
              </a:rPr>
              <a:t>확장</a:t>
            </a:r>
            <a:endParaRPr sz="1350">
              <a:latin typeface="Dotum"/>
              <a:cs typeface="Dotum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66800" y="1740693"/>
            <a:ext cx="571500" cy="500380"/>
          </a:xfrm>
          <a:custGeom>
            <a:avLst/>
            <a:gdLst/>
            <a:ahLst/>
            <a:cxnLst/>
            <a:rect l="l" t="t" r="r" b="b"/>
            <a:pathLst>
              <a:path w="571500" h="500380">
                <a:moveTo>
                  <a:pt x="535781" y="500062"/>
                </a:moveTo>
                <a:lnTo>
                  <a:pt x="89296" y="500062"/>
                </a:lnTo>
                <a:lnTo>
                  <a:pt x="54530" y="493047"/>
                </a:lnTo>
                <a:lnTo>
                  <a:pt x="26147" y="473915"/>
                </a:lnTo>
                <a:lnTo>
                  <a:pt x="7014" y="445532"/>
                </a:lnTo>
                <a:lnTo>
                  <a:pt x="0" y="410765"/>
                </a:lnTo>
                <a:lnTo>
                  <a:pt x="0" y="35718"/>
                </a:lnTo>
                <a:lnTo>
                  <a:pt x="2802" y="21802"/>
                </a:lnTo>
                <a:lnTo>
                  <a:pt x="10450" y="10450"/>
                </a:lnTo>
                <a:lnTo>
                  <a:pt x="21802" y="2802"/>
                </a:lnTo>
                <a:lnTo>
                  <a:pt x="35718" y="0"/>
                </a:lnTo>
                <a:lnTo>
                  <a:pt x="49634" y="2802"/>
                </a:lnTo>
                <a:lnTo>
                  <a:pt x="60986" y="10450"/>
                </a:lnTo>
                <a:lnTo>
                  <a:pt x="68634" y="21802"/>
                </a:lnTo>
                <a:lnTo>
                  <a:pt x="71437" y="35718"/>
                </a:lnTo>
                <a:lnTo>
                  <a:pt x="71437" y="420588"/>
                </a:lnTo>
                <a:lnTo>
                  <a:pt x="79474" y="428625"/>
                </a:lnTo>
                <a:lnTo>
                  <a:pt x="535781" y="428625"/>
                </a:lnTo>
                <a:lnTo>
                  <a:pt x="549697" y="431427"/>
                </a:lnTo>
                <a:lnTo>
                  <a:pt x="561049" y="439075"/>
                </a:lnTo>
                <a:lnTo>
                  <a:pt x="568697" y="450427"/>
                </a:lnTo>
                <a:lnTo>
                  <a:pt x="571500" y="464343"/>
                </a:lnTo>
                <a:lnTo>
                  <a:pt x="568697" y="478259"/>
                </a:lnTo>
                <a:lnTo>
                  <a:pt x="561049" y="489611"/>
                </a:lnTo>
                <a:lnTo>
                  <a:pt x="549697" y="497259"/>
                </a:lnTo>
                <a:lnTo>
                  <a:pt x="535781" y="500062"/>
                </a:lnTo>
                <a:close/>
              </a:path>
              <a:path w="571500" h="500380">
                <a:moveTo>
                  <a:pt x="458427" y="199466"/>
                </a:moveTo>
                <a:lnTo>
                  <a:pt x="357187" y="199466"/>
                </a:lnTo>
                <a:lnTo>
                  <a:pt x="474724" y="81818"/>
                </a:lnTo>
                <a:lnTo>
                  <a:pt x="486549" y="73969"/>
                </a:lnTo>
                <a:lnTo>
                  <a:pt x="500006" y="71353"/>
                </a:lnTo>
                <a:lnTo>
                  <a:pt x="513464" y="73969"/>
                </a:lnTo>
                <a:lnTo>
                  <a:pt x="525288" y="81818"/>
                </a:lnTo>
                <a:lnTo>
                  <a:pt x="533137" y="93643"/>
                </a:lnTo>
                <a:lnTo>
                  <a:pt x="535753" y="107100"/>
                </a:lnTo>
                <a:lnTo>
                  <a:pt x="533137" y="120557"/>
                </a:lnTo>
                <a:lnTo>
                  <a:pt x="524848" y="133046"/>
                </a:lnTo>
                <a:lnTo>
                  <a:pt x="458427" y="199466"/>
                </a:lnTo>
                <a:close/>
              </a:path>
              <a:path w="571500" h="500380">
                <a:moveTo>
                  <a:pt x="142819" y="321440"/>
                </a:moveTo>
                <a:lnTo>
                  <a:pt x="109688" y="299151"/>
                </a:lnTo>
                <a:lnTo>
                  <a:pt x="107072" y="285694"/>
                </a:lnTo>
                <a:lnTo>
                  <a:pt x="109688" y="272236"/>
                </a:lnTo>
                <a:lnTo>
                  <a:pt x="117537" y="260412"/>
                </a:lnTo>
                <a:lnTo>
                  <a:pt x="242552" y="135396"/>
                </a:lnTo>
                <a:lnTo>
                  <a:pt x="254377" y="127548"/>
                </a:lnTo>
                <a:lnTo>
                  <a:pt x="267834" y="124931"/>
                </a:lnTo>
                <a:lnTo>
                  <a:pt x="281292" y="127548"/>
                </a:lnTo>
                <a:lnTo>
                  <a:pt x="293117" y="135396"/>
                </a:lnTo>
                <a:lnTo>
                  <a:pt x="357187" y="199466"/>
                </a:lnTo>
                <a:lnTo>
                  <a:pt x="458427" y="199466"/>
                </a:lnTo>
                <a:lnTo>
                  <a:pt x="446595" y="211298"/>
                </a:lnTo>
                <a:lnTo>
                  <a:pt x="267890" y="211298"/>
                </a:lnTo>
                <a:lnTo>
                  <a:pt x="168101" y="310976"/>
                </a:lnTo>
                <a:lnTo>
                  <a:pt x="156276" y="318824"/>
                </a:lnTo>
                <a:lnTo>
                  <a:pt x="142819" y="321440"/>
                </a:lnTo>
                <a:close/>
              </a:path>
              <a:path w="571500" h="500380">
                <a:moveTo>
                  <a:pt x="357243" y="285833"/>
                </a:moveTo>
                <a:lnTo>
                  <a:pt x="343785" y="283217"/>
                </a:lnTo>
                <a:lnTo>
                  <a:pt x="331961" y="275369"/>
                </a:lnTo>
                <a:lnTo>
                  <a:pt x="267890" y="211298"/>
                </a:lnTo>
                <a:lnTo>
                  <a:pt x="446595" y="211298"/>
                </a:lnTo>
                <a:lnTo>
                  <a:pt x="382525" y="275369"/>
                </a:lnTo>
                <a:lnTo>
                  <a:pt x="370700" y="283217"/>
                </a:lnTo>
                <a:lnTo>
                  <a:pt x="357243" y="285833"/>
                </a:lnTo>
                <a:close/>
              </a:path>
            </a:pathLst>
          </a:custGeom>
          <a:solidFill>
            <a:srgbClr val="1D40AF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0" y="6476999"/>
            <a:ext cx="12192000" cy="381000"/>
          </a:xfrm>
          <a:custGeom>
            <a:avLst/>
            <a:gdLst/>
            <a:ahLst/>
            <a:cxnLst/>
            <a:rect l="l" t="t" r="r" b="b"/>
            <a:pathLst>
              <a:path w="12192000" h="381000">
                <a:moveTo>
                  <a:pt x="12191999" y="380999"/>
                </a:moveTo>
                <a:lnTo>
                  <a:pt x="0" y="380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1440</TotalTime>
  <Words>1785</Words>
  <Application>Microsoft Office PowerPoint</Application>
  <PresentationFormat>사용자 지정</PresentationFormat>
  <Paragraphs>269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44" baseType="lpstr">
      <vt:lpstr>Avenir LT Std 55 Roman</vt:lpstr>
      <vt:lpstr>BIZ UDPGothic</vt:lpstr>
      <vt:lpstr>DejaVu Sans</vt:lpstr>
      <vt:lpstr>Futura Lt BT</vt:lpstr>
      <vt:lpstr>Georgia Pro Cond</vt:lpstr>
      <vt:lpstr>IBM Plex Sans</vt:lpstr>
      <vt:lpstr>Microsoft YaHei</vt:lpstr>
      <vt:lpstr>Verdana Pro Cond Black</vt:lpstr>
      <vt:lpstr>굴림</vt:lpstr>
      <vt:lpstr>Dotum</vt:lpstr>
      <vt:lpstr>맑은 고딕</vt:lpstr>
      <vt:lpstr>맑은 고딕</vt:lpstr>
      <vt:lpstr>Arial</vt:lpstr>
      <vt:lpstr>Bookman Old Style</vt:lpstr>
      <vt:lpstr>Calibri</vt:lpstr>
      <vt:lpstr>Cambria</vt:lpstr>
      <vt:lpstr>Comic Sans MS</vt:lpstr>
      <vt:lpstr>Georgia</vt:lpstr>
      <vt:lpstr>Microsoft Sans Serif</vt:lpstr>
      <vt:lpstr>Segoe UI Symbol</vt:lpstr>
      <vt:lpstr>Sitka Text</vt:lpstr>
      <vt:lpstr>Tahoma</vt:lpstr>
      <vt:lpstr>Times New Roman</vt:lpstr>
      <vt:lpstr>Trebuchet MS</vt:lpstr>
      <vt:lpstr>Tw Cen MT Condensed Extra Bold</vt:lpstr>
      <vt:lpstr>Office Theme</vt:lpstr>
      <vt:lpstr>스포츠 교육학에서의 협동학습모형</vt:lpstr>
      <vt:lpstr>목차</vt:lpstr>
      <vt:lpstr>1. 협동학습 개요</vt:lpstr>
      <vt:lpstr>2. 스포츠 교육에서 왜 협동학습인가?</vt:lpstr>
      <vt:lpstr>3. 협동학습의 5대 구성요소</vt:lpstr>
      <vt:lpstr>3-1. 긍정적 상호의존성</vt:lpstr>
      <vt:lpstr>3-2. 개별적 책무성</vt:lpstr>
      <vt:lpstr>3-3. 대면적 상호작용</vt:lpstr>
      <vt:lpstr>3-4. 사회적 기술</vt:lpstr>
      <vt:lpstr>3-5. 집단 과정 성찰</vt:lpstr>
      <vt:lpstr>4. 스포츠 교육에서의 협동학습 모형</vt:lpstr>
      <vt:lpstr>5. 협동학습의 교육적 효과</vt:lpstr>
      <vt:lpstr>6. 효과적인 협동학습 설계 전략</vt:lpstr>
      <vt:lpstr>7. 실행 시 예상 문제 점과 해결책</vt:lpstr>
      <vt:lpstr>8. 실제 적용 지도안 예시</vt:lpstr>
      <vt:lpstr>PowerPoint 프레젠테이션</vt:lpstr>
      <vt:lpstr>9. 협동학습 성공을 위 한 교사의 역할</vt:lpstr>
      <vt:lpstr>10. 결론 및 향후 과제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스포츠 교육학에서의 협동학습모형</dc:title>
  <cp:lastModifiedBy>User</cp:lastModifiedBy>
  <cp:revision>3</cp:revision>
  <dcterms:created xsi:type="dcterms:W3CDTF">2025-07-02T23:55:38Z</dcterms:created>
  <dcterms:modified xsi:type="dcterms:W3CDTF">2025-07-03T23:57:03Z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2025-07-02T00:00:00Z</vt:filetime>
  </property>
  <property fmtid="{D5CDD505-2E9C-101B-9397-08002B2CF9AE}" pid="3" name="Producer">
    <vt:lpwstr>pypdf</vt:lpwstr>
  </property>
  <property fmtid="{D5CDD505-2E9C-101B-9397-08002B2CF9AE}" pid="4" name="LastSaved">
    <vt:filetime>2025-07-02T00:00:00Z</vt:filetime>
  </property>
</Properties>
</file>